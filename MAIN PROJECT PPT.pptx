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1"/>
  </p:sldMasterIdLst>
  <p:sldIdLst>
    <p:sldId id="256" r:id="rId2"/>
    <p:sldId id="257" r:id="rId3"/>
    <p:sldId id="258" r:id="rId4"/>
    <p:sldId id="259" r:id="rId5"/>
    <p:sldId id="279" r:id="rId6"/>
    <p:sldId id="266" r:id="rId7"/>
    <p:sldId id="267" r:id="rId8"/>
    <p:sldId id="271" r:id="rId9"/>
    <p:sldId id="268" r:id="rId10"/>
    <p:sldId id="272" r:id="rId11"/>
    <p:sldId id="269" r:id="rId12"/>
    <p:sldId id="273" r:id="rId13"/>
    <p:sldId id="260" r:id="rId14"/>
    <p:sldId id="261" r:id="rId15"/>
    <p:sldId id="274" r:id="rId16"/>
    <p:sldId id="262" r:id="rId17"/>
    <p:sldId id="275" r:id="rId18"/>
    <p:sldId id="263" r:id="rId19"/>
    <p:sldId id="264" r:id="rId20"/>
    <p:sldId id="276" r:id="rId21"/>
    <p:sldId id="265" r:id="rId22"/>
    <p:sldId id="277" r:id="rId23"/>
    <p:sldId id="278" r:id="rId24"/>
    <p:sldId id="280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BA535-D8B4-4610-A7B9-762B5924EDA6}" v="24" dt="2026-09-30T17:40:26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35" autoAdjust="0"/>
  </p:normalViewPr>
  <p:slideViewPr>
    <p:cSldViewPr snapToGrid="0">
      <p:cViewPr varScale="1">
        <p:scale>
          <a:sx n="71" d="100"/>
          <a:sy n="71" d="100"/>
        </p:scale>
        <p:origin x="10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esh B" userId="7f8413d08a57bda1" providerId="LiveId" clId="{93FB5AE7-CA4C-4E0E-B87E-A8D59996F0FC}"/>
    <pc:docChg chg="undo custSel addSld modSld sldOrd">
      <pc:chgData name="Kamalesh B" userId="7f8413d08a57bda1" providerId="LiveId" clId="{93FB5AE7-CA4C-4E0E-B87E-A8D59996F0FC}" dt="2026-09-30T17:49:42.204" v="1289" actId="207"/>
      <pc:docMkLst>
        <pc:docMk/>
      </pc:docMkLst>
      <pc:sldChg chg="modSp mod">
        <pc:chgData name="Kamalesh B" userId="7f8413d08a57bda1" providerId="LiveId" clId="{93FB5AE7-CA4C-4E0E-B87E-A8D59996F0FC}" dt="2026-09-30T17:47:08.723" v="1264" actId="207"/>
        <pc:sldMkLst>
          <pc:docMk/>
          <pc:sldMk cId="526268772" sldId="256"/>
        </pc:sldMkLst>
        <pc:spChg chg="mod">
          <ac:chgData name="Kamalesh B" userId="7f8413d08a57bda1" providerId="LiveId" clId="{93FB5AE7-CA4C-4E0E-B87E-A8D59996F0FC}" dt="2026-09-30T17:47:08.723" v="1264" actId="207"/>
          <ac:spMkLst>
            <pc:docMk/>
            <pc:sldMk cId="526268772" sldId="256"/>
            <ac:spMk id="2" creationId="{69F4D4F2-E453-3C75-C3F3-D4680EC1E617}"/>
          </ac:spMkLst>
        </pc:spChg>
        <pc:spChg chg="mod">
          <ac:chgData name="Kamalesh B" userId="7f8413d08a57bda1" providerId="LiveId" clId="{93FB5AE7-CA4C-4E0E-B87E-A8D59996F0FC}" dt="2026-09-30T17:46:25.848" v="1234" actId="27636"/>
          <ac:spMkLst>
            <pc:docMk/>
            <pc:sldMk cId="526268772" sldId="256"/>
            <ac:spMk id="3" creationId="{2055C963-76BE-9CA4-5068-4C9B67117BEA}"/>
          </ac:spMkLst>
        </pc:spChg>
      </pc:sldChg>
      <pc:sldChg chg="modSp mod">
        <pc:chgData name="Kamalesh B" userId="7f8413d08a57bda1" providerId="LiveId" clId="{93FB5AE7-CA4C-4E0E-B87E-A8D59996F0FC}" dt="2026-09-30T17:47:22.771" v="1266" actId="207"/>
        <pc:sldMkLst>
          <pc:docMk/>
          <pc:sldMk cId="3229201936" sldId="257"/>
        </pc:sldMkLst>
        <pc:spChg chg="mod">
          <ac:chgData name="Kamalesh B" userId="7f8413d08a57bda1" providerId="LiveId" clId="{93FB5AE7-CA4C-4E0E-B87E-A8D59996F0FC}" dt="2026-09-30T17:47:17.485" v="1265" actId="207"/>
          <ac:spMkLst>
            <pc:docMk/>
            <pc:sldMk cId="3229201936" sldId="257"/>
            <ac:spMk id="2" creationId="{B81F54DF-6950-C15F-399F-1E82BD928149}"/>
          </ac:spMkLst>
        </pc:spChg>
        <pc:spChg chg="mod">
          <ac:chgData name="Kamalesh B" userId="7f8413d08a57bda1" providerId="LiveId" clId="{93FB5AE7-CA4C-4E0E-B87E-A8D59996F0FC}" dt="2026-09-26T04:41:20.436" v="585" actId="1076"/>
          <ac:spMkLst>
            <pc:docMk/>
            <pc:sldMk cId="3229201936" sldId="257"/>
            <ac:spMk id="3" creationId="{4B390A68-D15F-9BF4-A9EE-8B7E4469A6B6}"/>
          </ac:spMkLst>
        </pc:spChg>
        <pc:spChg chg="mod">
          <ac:chgData name="Kamalesh B" userId="7f8413d08a57bda1" providerId="LiveId" clId="{93FB5AE7-CA4C-4E0E-B87E-A8D59996F0FC}" dt="2026-09-30T17:47:22.771" v="1266" actId="207"/>
          <ac:spMkLst>
            <pc:docMk/>
            <pc:sldMk cId="3229201936" sldId="257"/>
            <ac:spMk id="4" creationId="{4417D0F8-F148-9BCA-A06F-907DE3F47B5D}"/>
          </ac:spMkLst>
        </pc:spChg>
        <pc:spChg chg="mod">
          <ac:chgData name="Kamalesh B" userId="7f8413d08a57bda1" providerId="LiveId" clId="{93FB5AE7-CA4C-4E0E-B87E-A8D59996F0FC}" dt="2026-09-26T05:00:04.566" v="623" actId="20577"/>
          <ac:spMkLst>
            <pc:docMk/>
            <pc:sldMk cId="3229201936" sldId="257"/>
            <ac:spMk id="5" creationId="{1C4E40C0-B466-41AB-2C80-F961906C2EC4}"/>
          </ac:spMkLst>
        </pc:spChg>
      </pc:sldChg>
      <pc:sldChg chg="modSp mod">
        <pc:chgData name="Kamalesh B" userId="7f8413d08a57bda1" providerId="LiveId" clId="{93FB5AE7-CA4C-4E0E-B87E-A8D59996F0FC}" dt="2026-09-30T17:47:33.570" v="1268" actId="207"/>
        <pc:sldMkLst>
          <pc:docMk/>
          <pc:sldMk cId="2295125376" sldId="258"/>
        </pc:sldMkLst>
        <pc:spChg chg="mod">
          <ac:chgData name="Kamalesh B" userId="7f8413d08a57bda1" providerId="LiveId" clId="{93FB5AE7-CA4C-4E0E-B87E-A8D59996F0FC}" dt="2026-09-30T17:47:29.530" v="1267" actId="207"/>
          <ac:spMkLst>
            <pc:docMk/>
            <pc:sldMk cId="2295125376" sldId="258"/>
            <ac:spMk id="2" creationId="{92E89F90-83D6-93C2-F1A8-0B26E66AC899}"/>
          </ac:spMkLst>
        </pc:spChg>
        <pc:spChg chg="mod">
          <ac:chgData name="Kamalesh B" userId="7f8413d08a57bda1" providerId="LiveId" clId="{93FB5AE7-CA4C-4E0E-B87E-A8D59996F0FC}" dt="2026-09-21T09:03:06.453" v="14" actId="255"/>
          <ac:spMkLst>
            <pc:docMk/>
            <pc:sldMk cId="2295125376" sldId="258"/>
            <ac:spMk id="3" creationId="{E64327F2-DD82-11E9-EC98-E98BA7992F5A}"/>
          </ac:spMkLst>
        </pc:spChg>
        <pc:spChg chg="mod">
          <ac:chgData name="Kamalesh B" userId="7f8413d08a57bda1" providerId="LiveId" clId="{93FB5AE7-CA4C-4E0E-B87E-A8D59996F0FC}" dt="2026-09-30T17:47:33.570" v="1268" actId="207"/>
          <ac:spMkLst>
            <pc:docMk/>
            <pc:sldMk cId="2295125376" sldId="258"/>
            <ac:spMk id="4" creationId="{B1F13973-8761-2D39-B9F2-A4AC5E996D6B}"/>
          </ac:spMkLst>
        </pc:spChg>
        <pc:spChg chg="mod">
          <ac:chgData name="Kamalesh B" userId="7f8413d08a57bda1" providerId="LiveId" clId="{93FB5AE7-CA4C-4E0E-B87E-A8D59996F0FC}" dt="2026-09-21T09:02:08.693" v="10" actId="1076"/>
          <ac:spMkLst>
            <pc:docMk/>
            <pc:sldMk cId="2295125376" sldId="258"/>
            <ac:spMk id="5" creationId="{10470B0E-A24D-26F3-3932-DDAAB8DF5022}"/>
          </ac:spMkLst>
        </pc:spChg>
      </pc:sldChg>
      <pc:sldChg chg="modSp mod">
        <pc:chgData name="Kamalesh B" userId="7f8413d08a57bda1" providerId="LiveId" clId="{93FB5AE7-CA4C-4E0E-B87E-A8D59996F0FC}" dt="2026-09-30T17:47:39.092" v="1269" actId="207"/>
        <pc:sldMkLst>
          <pc:docMk/>
          <pc:sldMk cId="361611129" sldId="259"/>
        </pc:sldMkLst>
        <pc:spChg chg="mod">
          <ac:chgData name="Kamalesh B" userId="7f8413d08a57bda1" providerId="LiveId" clId="{93FB5AE7-CA4C-4E0E-B87E-A8D59996F0FC}" dt="2026-09-30T17:47:39.092" v="1269" actId="207"/>
          <ac:spMkLst>
            <pc:docMk/>
            <pc:sldMk cId="361611129" sldId="259"/>
            <ac:spMk id="4" creationId="{98EDC73F-88C8-EF1F-7435-E2B65ABEEFAC}"/>
          </ac:spMkLst>
        </pc:spChg>
      </pc:sldChg>
      <pc:sldChg chg="addSp delSp modSp mod">
        <pc:chgData name="Kamalesh B" userId="7f8413d08a57bda1" providerId="LiveId" clId="{93FB5AE7-CA4C-4E0E-B87E-A8D59996F0FC}" dt="2026-09-30T17:48:38.284" v="1278" actId="207"/>
        <pc:sldMkLst>
          <pc:docMk/>
          <pc:sldMk cId="1774215745" sldId="260"/>
        </pc:sldMkLst>
        <pc:spChg chg="mod">
          <ac:chgData name="Kamalesh B" userId="7f8413d08a57bda1" providerId="LiveId" clId="{93FB5AE7-CA4C-4E0E-B87E-A8D59996F0FC}" dt="2026-09-30T17:48:38.284" v="1278" actId="207"/>
          <ac:spMkLst>
            <pc:docMk/>
            <pc:sldMk cId="1774215745" sldId="260"/>
            <ac:spMk id="2" creationId="{E8E549F3-C171-E29E-9BEC-2F59E8604120}"/>
          </ac:spMkLst>
        </pc:spChg>
        <pc:picChg chg="add mod">
          <ac:chgData name="Kamalesh B" userId="7f8413d08a57bda1" providerId="LiveId" clId="{93FB5AE7-CA4C-4E0E-B87E-A8D59996F0FC}" dt="2026-09-30T17:23:40.672" v="906" actId="1076"/>
          <ac:picMkLst>
            <pc:docMk/>
            <pc:sldMk cId="1774215745" sldId="260"/>
            <ac:picMk id="4" creationId="{70722D51-6181-FC11-BFA5-8ADF7E12FBA7}"/>
          </ac:picMkLst>
        </pc:picChg>
        <pc:picChg chg="add mod">
          <ac:chgData name="Kamalesh B" userId="7f8413d08a57bda1" providerId="LiveId" clId="{93FB5AE7-CA4C-4E0E-B87E-A8D59996F0FC}" dt="2026-09-30T17:23:42.887" v="907" actId="1076"/>
          <ac:picMkLst>
            <pc:docMk/>
            <pc:sldMk cId="1774215745" sldId="260"/>
            <ac:picMk id="6" creationId="{F072B4E6-6D12-CB7F-5AE9-53FC68868315}"/>
          </ac:picMkLst>
        </pc:picChg>
        <pc:picChg chg="del mod">
          <ac:chgData name="Kamalesh B" userId="7f8413d08a57bda1" providerId="LiveId" clId="{93FB5AE7-CA4C-4E0E-B87E-A8D59996F0FC}" dt="2026-09-30T17:17:47.170" v="882" actId="478"/>
          <ac:picMkLst>
            <pc:docMk/>
            <pc:sldMk cId="1774215745" sldId="260"/>
            <ac:picMk id="8" creationId="{B01290EB-0357-6540-BB25-E79520E60FCC}"/>
          </ac:picMkLst>
        </pc:picChg>
        <pc:picChg chg="add mod">
          <ac:chgData name="Kamalesh B" userId="7f8413d08a57bda1" providerId="LiveId" clId="{93FB5AE7-CA4C-4E0E-B87E-A8D59996F0FC}" dt="2026-09-30T17:23:47.791" v="908" actId="1076"/>
          <ac:picMkLst>
            <pc:docMk/>
            <pc:sldMk cId="1774215745" sldId="260"/>
            <ac:picMk id="9" creationId="{EC4A7519-60A9-371A-ACC2-FC3F2EC600EC}"/>
          </ac:picMkLst>
        </pc:picChg>
        <pc:picChg chg="del mod">
          <ac:chgData name="Kamalesh B" userId="7f8413d08a57bda1" providerId="LiveId" clId="{93FB5AE7-CA4C-4E0E-B87E-A8D59996F0FC}" dt="2026-09-30T17:17:52.249" v="885" actId="478"/>
          <ac:picMkLst>
            <pc:docMk/>
            <pc:sldMk cId="1774215745" sldId="260"/>
            <ac:picMk id="10" creationId="{DFBA80B7-F62C-5A9B-E064-B0C99CB5AAA6}"/>
          </ac:picMkLst>
        </pc:picChg>
        <pc:picChg chg="del">
          <ac:chgData name="Kamalesh B" userId="7f8413d08a57bda1" providerId="LiveId" clId="{93FB5AE7-CA4C-4E0E-B87E-A8D59996F0FC}" dt="2026-09-30T17:17:50.463" v="884" actId="478"/>
          <ac:picMkLst>
            <pc:docMk/>
            <pc:sldMk cId="1774215745" sldId="260"/>
            <ac:picMk id="12" creationId="{BD4FAA98-ADAF-33B7-8601-01A8C2728FC6}"/>
          </ac:picMkLst>
        </pc:picChg>
        <pc:picChg chg="add mod">
          <ac:chgData name="Kamalesh B" userId="7f8413d08a57bda1" providerId="LiveId" clId="{93FB5AE7-CA4C-4E0E-B87E-A8D59996F0FC}" dt="2026-09-30T17:23:14.508" v="902" actId="14100"/>
          <ac:picMkLst>
            <pc:docMk/>
            <pc:sldMk cId="1774215745" sldId="260"/>
            <ac:picMk id="13" creationId="{395434BE-EFD0-D42A-FA44-421C7AF0265A}"/>
          </ac:picMkLst>
        </pc:picChg>
        <pc:picChg chg="del mod">
          <ac:chgData name="Kamalesh B" userId="7f8413d08a57bda1" providerId="LiveId" clId="{93FB5AE7-CA4C-4E0E-B87E-A8D59996F0FC}" dt="2026-09-30T17:17:48.637" v="883" actId="478"/>
          <ac:picMkLst>
            <pc:docMk/>
            <pc:sldMk cId="1774215745" sldId="260"/>
            <ac:picMk id="14" creationId="{0F6490BD-04BD-5B7A-25B6-8E8115C260C7}"/>
          </ac:picMkLst>
        </pc:picChg>
        <pc:picChg chg="del">
          <ac:chgData name="Kamalesh B" userId="7f8413d08a57bda1" providerId="LiveId" clId="{93FB5AE7-CA4C-4E0E-B87E-A8D59996F0FC}" dt="2026-09-30T17:17:45.631" v="881" actId="478"/>
          <ac:picMkLst>
            <pc:docMk/>
            <pc:sldMk cId="1774215745" sldId="260"/>
            <ac:picMk id="16" creationId="{B85F08FC-2A61-1DC6-488D-A6D06AEFA270}"/>
          </ac:picMkLst>
        </pc:picChg>
        <pc:picChg chg="add mod">
          <ac:chgData name="Kamalesh B" userId="7f8413d08a57bda1" providerId="LiveId" clId="{93FB5AE7-CA4C-4E0E-B87E-A8D59996F0FC}" dt="2026-09-30T17:23:38.990" v="905" actId="1076"/>
          <ac:picMkLst>
            <pc:docMk/>
            <pc:sldMk cId="1774215745" sldId="260"/>
            <ac:picMk id="17" creationId="{8B6AECA4-AE04-FB74-2182-DDA824D748E2}"/>
          </ac:picMkLst>
        </pc:picChg>
      </pc:sldChg>
      <pc:sldChg chg="addSp delSp modSp mod">
        <pc:chgData name="Kamalesh B" userId="7f8413d08a57bda1" providerId="LiveId" clId="{93FB5AE7-CA4C-4E0E-B87E-A8D59996F0FC}" dt="2026-09-30T17:48:44.484" v="1279" actId="207"/>
        <pc:sldMkLst>
          <pc:docMk/>
          <pc:sldMk cId="3088523785" sldId="261"/>
        </pc:sldMkLst>
        <pc:spChg chg="mod">
          <ac:chgData name="Kamalesh B" userId="7f8413d08a57bda1" providerId="LiveId" clId="{93FB5AE7-CA4C-4E0E-B87E-A8D59996F0FC}" dt="2026-09-30T17:48:44.484" v="1279" actId="207"/>
          <ac:spMkLst>
            <pc:docMk/>
            <pc:sldMk cId="3088523785" sldId="261"/>
            <ac:spMk id="2" creationId="{482613FE-BAA7-E23F-27F5-B05B6F435376}"/>
          </ac:spMkLst>
        </pc:spChg>
        <pc:spChg chg="add del mod">
          <ac:chgData name="Kamalesh B" userId="7f8413d08a57bda1" providerId="LiveId" clId="{93FB5AE7-CA4C-4E0E-B87E-A8D59996F0FC}" dt="2026-09-30T17:24:20.384" v="913"/>
          <ac:spMkLst>
            <pc:docMk/>
            <pc:sldMk cId="3088523785" sldId="261"/>
            <ac:spMk id="6" creationId="{126A052D-02D9-8FBF-818D-3F083EA0CBF1}"/>
          </ac:spMkLst>
        </pc:spChg>
        <pc:spChg chg="add mod">
          <ac:chgData name="Kamalesh B" userId="7f8413d08a57bda1" providerId="LiveId" clId="{93FB5AE7-CA4C-4E0E-B87E-A8D59996F0FC}" dt="2026-09-30T17:25:44.820" v="961" actId="2710"/>
          <ac:spMkLst>
            <pc:docMk/>
            <pc:sldMk cId="3088523785" sldId="261"/>
            <ac:spMk id="8" creationId="{EB186E78-39DF-0103-39C1-53A91F71CB53}"/>
          </ac:spMkLst>
        </pc:spChg>
        <pc:picChg chg="del mod">
          <ac:chgData name="Kamalesh B" userId="7f8413d08a57bda1" providerId="LiveId" clId="{93FB5AE7-CA4C-4E0E-B87E-A8D59996F0FC}" dt="2026-09-30T17:23:55.162" v="909" actId="478"/>
          <ac:picMkLst>
            <pc:docMk/>
            <pc:sldMk cId="3088523785" sldId="261"/>
            <ac:picMk id="4" creationId="{6909A050-30A9-26EC-47DC-8D0C40A2064D}"/>
          </ac:picMkLst>
        </pc:picChg>
        <pc:picChg chg="add mod">
          <ac:chgData name="Kamalesh B" userId="7f8413d08a57bda1" providerId="LiveId" clId="{93FB5AE7-CA4C-4E0E-B87E-A8D59996F0FC}" dt="2026-09-30T17:24:27.490" v="916" actId="14100"/>
          <ac:picMkLst>
            <pc:docMk/>
            <pc:sldMk cId="3088523785" sldId="261"/>
            <ac:picMk id="5" creationId="{3D1BDCDE-F028-3206-A1E6-FB4742CE8530}"/>
          </ac:picMkLst>
        </pc:picChg>
      </pc:sldChg>
      <pc:sldChg chg="addSp delSp modSp mod ord">
        <pc:chgData name="Kamalesh B" userId="7f8413d08a57bda1" providerId="LiveId" clId="{93FB5AE7-CA4C-4E0E-B87E-A8D59996F0FC}" dt="2026-09-30T17:48:56.624" v="1281" actId="207"/>
        <pc:sldMkLst>
          <pc:docMk/>
          <pc:sldMk cId="1069679391" sldId="262"/>
        </pc:sldMkLst>
        <pc:spChg chg="mod">
          <ac:chgData name="Kamalesh B" userId="7f8413d08a57bda1" providerId="LiveId" clId="{93FB5AE7-CA4C-4E0E-B87E-A8D59996F0FC}" dt="2026-09-30T17:48:56.624" v="1281" actId="207"/>
          <ac:spMkLst>
            <pc:docMk/>
            <pc:sldMk cId="1069679391" sldId="262"/>
            <ac:spMk id="2" creationId="{81FF2634-262C-2850-A985-AB121EEA10AF}"/>
          </ac:spMkLst>
        </pc:spChg>
        <pc:spChg chg="add del mod">
          <ac:chgData name="Kamalesh B" userId="7f8413d08a57bda1" providerId="LiveId" clId="{93FB5AE7-CA4C-4E0E-B87E-A8D59996F0FC}" dt="2026-09-30T17:28:21.842" v="987"/>
          <ac:spMkLst>
            <pc:docMk/>
            <pc:sldMk cId="1069679391" sldId="262"/>
            <ac:spMk id="6" creationId="{796D4DD4-4EF3-6EC6-0A4F-F96A3C421C77}"/>
          </ac:spMkLst>
        </pc:spChg>
        <pc:spChg chg="add mod">
          <ac:chgData name="Kamalesh B" userId="7f8413d08a57bda1" providerId="LiveId" clId="{93FB5AE7-CA4C-4E0E-B87E-A8D59996F0FC}" dt="2026-09-30T17:29:35.557" v="1002" actId="2710"/>
          <ac:spMkLst>
            <pc:docMk/>
            <pc:sldMk cId="1069679391" sldId="262"/>
            <ac:spMk id="10" creationId="{E6980ED4-C936-EE31-3AE5-B72BCB939BB6}"/>
          </ac:spMkLst>
        </pc:spChg>
        <pc:picChg chg="del mod">
          <ac:chgData name="Kamalesh B" userId="7f8413d08a57bda1" providerId="LiveId" clId="{93FB5AE7-CA4C-4E0E-B87E-A8D59996F0FC}" dt="2026-09-30T17:27:55.436" v="983" actId="478"/>
          <ac:picMkLst>
            <pc:docMk/>
            <pc:sldMk cId="1069679391" sldId="262"/>
            <ac:picMk id="4" creationId="{55AE95B2-6D0F-D2D2-5D25-FD64EBC887BA}"/>
          </ac:picMkLst>
        </pc:picChg>
        <pc:picChg chg="add mod">
          <ac:chgData name="Kamalesh B" userId="7f8413d08a57bda1" providerId="LiveId" clId="{93FB5AE7-CA4C-4E0E-B87E-A8D59996F0FC}" dt="2026-09-30T17:28:29.460" v="990" actId="14100"/>
          <ac:picMkLst>
            <pc:docMk/>
            <pc:sldMk cId="1069679391" sldId="262"/>
            <ac:picMk id="5" creationId="{657560D2-05EC-52A3-3AF7-D04C5803FF42}"/>
          </ac:picMkLst>
        </pc:picChg>
        <pc:picChg chg="add del">
          <ac:chgData name="Kamalesh B" userId="7f8413d08a57bda1" providerId="LiveId" clId="{93FB5AE7-CA4C-4E0E-B87E-A8D59996F0FC}" dt="2026-09-30T17:29:03.138" v="995" actId="478"/>
          <ac:picMkLst>
            <pc:docMk/>
            <pc:sldMk cId="1069679391" sldId="262"/>
            <ac:picMk id="8" creationId="{FCF57BD3-653A-CF60-C933-BFF89D20C83E}"/>
          </ac:picMkLst>
        </pc:picChg>
      </pc:sldChg>
      <pc:sldChg chg="addSp delSp modSp mod">
        <pc:chgData name="Kamalesh B" userId="7f8413d08a57bda1" providerId="LiveId" clId="{93FB5AE7-CA4C-4E0E-B87E-A8D59996F0FC}" dt="2026-09-30T17:49:07.472" v="1283" actId="207"/>
        <pc:sldMkLst>
          <pc:docMk/>
          <pc:sldMk cId="1018541821" sldId="263"/>
        </pc:sldMkLst>
        <pc:spChg chg="mod">
          <ac:chgData name="Kamalesh B" userId="7f8413d08a57bda1" providerId="LiveId" clId="{93FB5AE7-CA4C-4E0E-B87E-A8D59996F0FC}" dt="2026-09-30T17:49:07.472" v="1283" actId="207"/>
          <ac:spMkLst>
            <pc:docMk/>
            <pc:sldMk cId="1018541821" sldId="263"/>
            <ac:spMk id="2" creationId="{DEACF5C6-74B2-A3FF-AB40-DFA144C64277}"/>
          </ac:spMkLst>
        </pc:spChg>
        <pc:picChg chg="del mod">
          <ac:chgData name="Kamalesh B" userId="7f8413d08a57bda1" providerId="LiveId" clId="{93FB5AE7-CA4C-4E0E-B87E-A8D59996F0FC}" dt="2026-09-30T17:32:20.030" v="1056" actId="478"/>
          <ac:picMkLst>
            <pc:docMk/>
            <pc:sldMk cId="1018541821" sldId="263"/>
            <ac:picMk id="4" creationId="{BE88AE24-71B2-868A-9759-E42DCDEF46F2}"/>
          </ac:picMkLst>
        </pc:picChg>
        <pc:picChg chg="add mod">
          <ac:chgData name="Kamalesh B" userId="7f8413d08a57bda1" providerId="LiveId" clId="{93FB5AE7-CA4C-4E0E-B87E-A8D59996F0FC}" dt="2026-09-30T17:35:24.159" v="1076" actId="1076"/>
          <ac:picMkLst>
            <pc:docMk/>
            <pc:sldMk cId="1018541821" sldId="263"/>
            <ac:picMk id="5" creationId="{49590EA5-3029-14F7-3BA3-0D154085F812}"/>
          </ac:picMkLst>
        </pc:picChg>
        <pc:picChg chg="del mod">
          <ac:chgData name="Kamalesh B" userId="7f8413d08a57bda1" providerId="LiveId" clId="{93FB5AE7-CA4C-4E0E-B87E-A8D59996F0FC}" dt="2026-09-30T17:32:21.731" v="1057" actId="478"/>
          <ac:picMkLst>
            <pc:docMk/>
            <pc:sldMk cId="1018541821" sldId="263"/>
            <ac:picMk id="6" creationId="{EFAB1437-259E-71E0-21F6-6427FD8470AA}"/>
          </ac:picMkLst>
        </pc:picChg>
        <pc:picChg chg="del mod">
          <ac:chgData name="Kamalesh B" userId="7f8413d08a57bda1" providerId="LiveId" clId="{93FB5AE7-CA4C-4E0E-B87E-A8D59996F0FC}" dt="2026-09-30T17:32:26.685" v="1059" actId="478"/>
          <ac:picMkLst>
            <pc:docMk/>
            <pc:sldMk cId="1018541821" sldId="263"/>
            <ac:picMk id="8" creationId="{B2FCD4DF-CAF6-32A0-D3F0-9BAC7465EE50}"/>
          </ac:picMkLst>
        </pc:picChg>
        <pc:picChg chg="add mod">
          <ac:chgData name="Kamalesh B" userId="7f8413d08a57bda1" providerId="LiveId" clId="{93FB5AE7-CA4C-4E0E-B87E-A8D59996F0FC}" dt="2026-09-30T17:35:31.206" v="1078" actId="14100"/>
          <ac:picMkLst>
            <pc:docMk/>
            <pc:sldMk cId="1018541821" sldId="263"/>
            <ac:picMk id="9" creationId="{755CACFF-BEC5-1806-6918-AFAFA7F042CB}"/>
          </ac:picMkLst>
        </pc:picChg>
        <pc:picChg chg="del mod">
          <ac:chgData name="Kamalesh B" userId="7f8413d08a57bda1" providerId="LiveId" clId="{93FB5AE7-CA4C-4E0E-B87E-A8D59996F0FC}" dt="2026-09-30T17:32:24.934" v="1058" actId="478"/>
          <ac:picMkLst>
            <pc:docMk/>
            <pc:sldMk cId="1018541821" sldId="263"/>
            <ac:picMk id="10" creationId="{14B8BA97-F9FC-17D1-CD6E-3468BD464592}"/>
          </ac:picMkLst>
        </pc:picChg>
        <pc:picChg chg="add del">
          <ac:chgData name="Kamalesh B" userId="7f8413d08a57bda1" providerId="LiveId" clId="{93FB5AE7-CA4C-4E0E-B87E-A8D59996F0FC}" dt="2026-09-30T17:34:20.792" v="1063" actId="478"/>
          <ac:picMkLst>
            <pc:docMk/>
            <pc:sldMk cId="1018541821" sldId="263"/>
            <ac:picMk id="12" creationId="{D2374959-5EA5-30CA-C9A0-7A9E3B1063D9}"/>
          </ac:picMkLst>
        </pc:picChg>
        <pc:picChg chg="add mod">
          <ac:chgData name="Kamalesh B" userId="7f8413d08a57bda1" providerId="LiveId" clId="{93FB5AE7-CA4C-4E0E-B87E-A8D59996F0FC}" dt="2026-09-30T17:35:00.339" v="1068" actId="1076"/>
          <ac:picMkLst>
            <pc:docMk/>
            <pc:sldMk cId="1018541821" sldId="263"/>
            <ac:picMk id="14" creationId="{22ACCDDE-1BEE-6B3A-DF52-A557FC470EE4}"/>
          </ac:picMkLst>
        </pc:picChg>
        <pc:picChg chg="add mod">
          <ac:chgData name="Kamalesh B" userId="7f8413d08a57bda1" providerId="LiveId" clId="{93FB5AE7-CA4C-4E0E-B87E-A8D59996F0FC}" dt="2026-09-30T17:35:35.216" v="1079" actId="1076"/>
          <ac:picMkLst>
            <pc:docMk/>
            <pc:sldMk cId="1018541821" sldId="263"/>
            <ac:picMk id="16" creationId="{6F973232-5270-9B26-04B5-1E908B31AA4A}"/>
          </ac:picMkLst>
        </pc:picChg>
      </pc:sldChg>
      <pc:sldChg chg="addSp delSp modSp mod">
        <pc:chgData name="Kamalesh B" userId="7f8413d08a57bda1" providerId="LiveId" clId="{93FB5AE7-CA4C-4E0E-B87E-A8D59996F0FC}" dt="2026-09-30T17:49:13.669" v="1284" actId="207"/>
        <pc:sldMkLst>
          <pc:docMk/>
          <pc:sldMk cId="1151659316" sldId="264"/>
        </pc:sldMkLst>
        <pc:spChg chg="mod">
          <ac:chgData name="Kamalesh B" userId="7f8413d08a57bda1" providerId="LiveId" clId="{93FB5AE7-CA4C-4E0E-B87E-A8D59996F0FC}" dt="2026-09-30T17:49:13.669" v="1284" actId="207"/>
          <ac:spMkLst>
            <pc:docMk/>
            <pc:sldMk cId="1151659316" sldId="264"/>
            <ac:spMk id="2" creationId="{F12B00A8-E8AF-5E7A-870A-F51ADE16F543}"/>
          </ac:spMkLst>
        </pc:spChg>
        <pc:spChg chg="add mod">
          <ac:chgData name="Kamalesh B" userId="7f8413d08a57bda1" providerId="LiveId" clId="{93FB5AE7-CA4C-4E0E-B87E-A8D59996F0FC}" dt="2026-09-30T17:37:34.809" v="1104" actId="2710"/>
          <ac:spMkLst>
            <pc:docMk/>
            <pc:sldMk cId="1151659316" sldId="264"/>
            <ac:spMk id="5" creationId="{8D7F735A-A3BB-2B72-8C37-0500051E969D}"/>
          </ac:spMkLst>
        </pc:spChg>
        <pc:spChg chg="add del mod">
          <ac:chgData name="Kamalesh B" userId="7f8413d08a57bda1" providerId="LiveId" clId="{93FB5AE7-CA4C-4E0E-B87E-A8D59996F0FC}" dt="2026-09-30T17:36:38.609" v="1084"/>
          <ac:spMkLst>
            <pc:docMk/>
            <pc:sldMk cId="1151659316" sldId="264"/>
            <ac:spMk id="6" creationId="{BDB8A4C3-DC70-32CC-96E2-ADC1D575B28A}"/>
          </ac:spMkLst>
        </pc:spChg>
        <pc:picChg chg="mod">
          <ac:chgData name="Kamalesh B" userId="7f8413d08a57bda1" providerId="LiveId" clId="{93FB5AE7-CA4C-4E0E-B87E-A8D59996F0FC}" dt="2026-09-30T17:36:51.650" v="1089" actId="1076"/>
          <ac:picMkLst>
            <pc:docMk/>
            <pc:sldMk cId="1151659316" sldId="264"/>
            <ac:picMk id="4" creationId="{3871026A-C4A6-CFA7-0321-91ECB5066F76}"/>
          </ac:picMkLst>
        </pc:picChg>
      </pc:sldChg>
      <pc:sldChg chg="addSp delSp modSp mod">
        <pc:chgData name="Kamalesh B" userId="7f8413d08a57bda1" providerId="LiveId" clId="{93FB5AE7-CA4C-4E0E-B87E-A8D59996F0FC}" dt="2026-09-30T17:49:25.331" v="1286" actId="207"/>
        <pc:sldMkLst>
          <pc:docMk/>
          <pc:sldMk cId="1365450145" sldId="265"/>
        </pc:sldMkLst>
        <pc:spChg chg="mod">
          <ac:chgData name="Kamalesh B" userId="7f8413d08a57bda1" providerId="LiveId" clId="{93FB5AE7-CA4C-4E0E-B87E-A8D59996F0FC}" dt="2026-09-30T17:49:25.331" v="1286" actId="207"/>
          <ac:spMkLst>
            <pc:docMk/>
            <pc:sldMk cId="1365450145" sldId="265"/>
            <ac:spMk id="2" creationId="{FF5E1EEE-5B3A-8BDE-F8D5-035638E0EF5F}"/>
          </ac:spMkLst>
        </pc:spChg>
        <pc:spChg chg="add mod">
          <ac:chgData name="Kamalesh B" userId="7f8413d08a57bda1" providerId="LiveId" clId="{93FB5AE7-CA4C-4E0E-B87E-A8D59996F0FC}" dt="2026-09-30T17:42:16.529" v="1147" actId="2710"/>
          <ac:spMkLst>
            <pc:docMk/>
            <pc:sldMk cId="1365450145" sldId="265"/>
            <ac:spMk id="6" creationId="{4D534600-9C69-4B79-186E-DB000A2216BE}"/>
          </ac:spMkLst>
        </pc:spChg>
        <pc:picChg chg="add mod">
          <ac:chgData name="Kamalesh B" userId="7f8413d08a57bda1" providerId="LiveId" clId="{93FB5AE7-CA4C-4E0E-B87E-A8D59996F0FC}" dt="2026-09-30T17:41:34.155" v="1137" actId="1076"/>
          <ac:picMkLst>
            <pc:docMk/>
            <pc:sldMk cId="1365450145" sldId="265"/>
            <ac:picMk id="5" creationId="{E3C99010-E974-D145-5740-BA30D4C50222}"/>
          </ac:picMkLst>
        </pc:picChg>
      </pc:sldChg>
      <pc:sldChg chg="addSp delSp modSp mod">
        <pc:chgData name="Kamalesh B" userId="7f8413d08a57bda1" providerId="LiveId" clId="{93FB5AE7-CA4C-4E0E-B87E-A8D59996F0FC}" dt="2026-09-30T17:47:52.077" v="1271" actId="207"/>
        <pc:sldMkLst>
          <pc:docMk/>
          <pc:sldMk cId="3411488350" sldId="266"/>
        </pc:sldMkLst>
        <pc:spChg chg="mod">
          <ac:chgData name="Kamalesh B" userId="7f8413d08a57bda1" providerId="LiveId" clId="{93FB5AE7-CA4C-4E0E-B87E-A8D59996F0FC}" dt="2026-09-30T17:47:52.077" v="1271" actId="207"/>
          <ac:spMkLst>
            <pc:docMk/>
            <pc:sldMk cId="3411488350" sldId="266"/>
            <ac:spMk id="2" creationId="{5622986D-DA75-158E-E261-9949EFB0409C}"/>
          </ac:spMkLst>
        </pc:spChg>
        <pc:picChg chg="del mod">
          <ac:chgData name="Kamalesh B" userId="7f8413d08a57bda1" providerId="LiveId" clId="{93FB5AE7-CA4C-4E0E-B87E-A8D59996F0FC}" dt="2026-09-30T16:49:08.767" v="695" actId="478"/>
          <ac:picMkLst>
            <pc:docMk/>
            <pc:sldMk cId="3411488350" sldId="266"/>
            <ac:picMk id="4" creationId="{CF925434-F775-3C0C-278C-9FD6F230F1CD}"/>
          </ac:picMkLst>
        </pc:picChg>
        <pc:picChg chg="add mod">
          <ac:chgData name="Kamalesh B" userId="7f8413d08a57bda1" providerId="LiveId" clId="{93FB5AE7-CA4C-4E0E-B87E-A8D59996F0FC}" dt="2026-09-30T17:00:34.481" v="760" actId="14100"/>
          <ac:picMkLst>
            <pc:docMk/>
            <pc:sldMk cId="3411488350" sldId="266"/>
            <ac:picMk id="5" creationId="{F03BCC6F-D8AA-15CE-9242-061F96C307A8}"/>
          </ac:picMkLst>
        </pc:picChg>
        <pc:picChg chg="del mod">
          <ac:chgData name="Kamalesh B" userId="7f8413d08a57bda1" providerId="LiveId" clId="{93FB5AE7-CA4C-4E0E-B87E-A8D59996F0FC}" dt="2026-09-30T16:49:12.262" v="697" actId="478"/>
          <ac:picMkLst>
            <pc:docMk/>
            <pc:sldMk cId="3411488350" sldId="266"/>
            <ac:picMk id="6" creationId="{E197A9BB-2F58-2691-CCD6-BBD8A5F56A99}"/>
          </ac:picMkLst>
        </pc:picChg>
        <pc:picChg chg="del">
          <ac:chgData name="Kamalesh B" userId="7f8413d08a57bda1" providerId="LiveId" clId="{93FB5AE7-CA4C-4E0E-B87E-A8D59996F0FC}" dt="2026-09-30T16:49:10.506" v="696" actId="478"/>
          <ac:picMkLst>
            <pc:docMk/>
            <pc:sldMk cId="3411488350" sldId="266"/>
            <ac:picMk id="8" creationId="{559E00E8-BB1A-C356-6F50-A80EE6574FE8}"/>
          </ac:picMkLst>
        </pc:picChg>
        <pc:picChg chg="add mod">
          <ac:chgData name="Kamalesh B" userId="7f8413d08a57bda1" providerId="LiveId" clId="{93FB5AE7-CA4C-4E0E-B87E-A8D59996F0FC}" dt="2026-09-30T17:01:53.581" v="772" actId="1076"/>
          <ac:picMkLst>
            <pc:docMk/>
            <pc:sldMk cId="3411488350" sldId="266"/>
            <ac:picMk id="9" creationId="{37D56510-0860-15E8-5BFD-306610C839A1}"/>
          </ac:picMkLst>
        </pc:picChg>
        <pc:picChg chg="del">
          <ac:chgData name="Kamalesh B" userId="7f8413d08a57bda1" providerId="LiveId" clId="{93FB5AE7-CA4C-4E0E-B87E-A8D59996F0FC}" dt="2026-09-30T16:49:14.094" v="698" actId="478"/>
          <ac:picMkLst>
            <pc:docMk/>
            <pc:sldMk cId="3411488350" sldId="266"/>
            <ac:picMk id="10" creationId="{C5C2591D-9A7F-57CB-02F6-C6D9202D671C}"/>
          </ac:picMkLst>
        </pc:picChg>
        <pc:picChg chg="del mod">
          <ac:chgData name="Kamalesh B" userId="7f8413d08a57bda1" providerId="LiveId" clId="{93FB5AE7-CA4C-4E0E-B87E-A8D59996F0FC}" dt="2026-09-30T16:49:16.351" v="699" actId="478"/>
          <ac:picMkLst>
            <pc:docMk/>
            <pc:sldMk cId="3411488350" sldId="266"/>
            <ac:picMk id="12" creationId="{27395D01-A3F1-E0EB-1377-8D6CDA62B222}"/>
          </ac:picMkLst>
        </pc:picChg>
        <pc:picChg chg="add mod">
          <ac:chgData name="Kamalesh B" userId="7f8413d08a57bda1" providerId="LiveId" clId="{93FB5AE7-CA4C-4E0E-B87E-A8D59996F0FC}" dt="2026-09-30T17:01:50.426" v="771" actId="1076"/>
          <ac:picMkLst>
            <pc:docMk/>
            <pc:sldMk cId="3411488350" sldId="266"/>
            <ac:picMk id="13" creationId="{89A63997-DB8F-50E5-662C-6FCEB5D7ED47}"/>
          </ac:picMkLst>
        </pc:picChg>
        <pc:picChg chg="add mod">
          <ac:chgData name="Kamalesh B" userId="7f8413d08a57bda1" providerId="LiveId" clId="{93FB5AE7-CA4C-4E0E-B87E-A8D59996F0FC}" dt="2026-09-30T17:01:40.736" v="769" actId="1076"/>
          <ac:picMkLst>
            <pc:docMk/>
            <pc:sldMk cId="3411488350" sldId="266"/>
            <ac:picMk id="15" creationId="{10152FBE-205D-A8F9-C7D0-5888DB42C183}"/>
          </ac:picMkLst>
        </pc:picChg>
        <pc:picChg chg="add mod">
          <ac:chgData name="Kamalesh B" userId="7f8413d08a57bda1" providerId="LiveId" clId="{93FB5AE7-CA4C-4E0E-B87E-A8D59996F0FC}" dt="2026-09-30T17:01:44.262" v="770" actId="1076"/>
          <ac:picMkLst>
            <pc:docMk/>
            <pc:sldMk cId="3411488350" sldId="266"/>
            <ac:picMk id="17" creationId="{15807808-6353-5D17-559E-E2C0AA9E0326}"/>
          </ac:picMkLst>
        </pc:picChg>
      </pc:sldChg>
      <pc:sldChg chg="addSp delSp modSp mod">
        <pc:chgData name="Kamalesh B" userId="7f8413d08a57bda1" providerId="LiveId" clId="{93FB5AE7-CA4C-4E0E-B87E-A8D59996F0FC}" dt="2026-09-30T17:47:59.192" v="1272" actId="207"/>
        <pc:sldMkLst>
          <pc:docMk/>
          <pc:sldMk cId="3463476598" sldId="267"/>
        </pc:sldMkLst>
        <pc:spChg chg="mod">
          <ac:chgData name="Kamalesh B" userId="7f8413d08a57bda1" providerId="LiveId" clId="{93FB5AE7-CA4C-4E0E-B87E-A8D59996F0FC}" dt="2026-09-30T17:47:59.192" v="1272" actId="207"/>
          <ac:spMkLst>
            <pc:docMk/>
            <pc:sldMk cId="3463476598" sldId="267"/>
            <ac:spMk id="2" creationId="{CE7B3715-970D-BBB8-908A-678FF5C96C08}"/>
          </ac:spMkLst>
        </pc:spChg>
        <pc:spChg chg="add mod">
          <ac:chgData name="Kamalesh B" userId="7f8413d08a57bda1" providerId="LiveId" clId="{93FB5AE7-CA4C-4E0E-B87E-A8D59996F0FC}" dt="2026-09-30T17:04:32.513" v="793" actId="12"/>
          <ac:spMkLst>
            <pc:docMk/>
            <pc:sldMk cId="3463476598" sldId="267"/>
            <ac:spMk id="7" creationId="{4CB4AA96-CD75-EBEB-5114-FF817BA74281}"/>
          </ac:spMkLst>
        </pc:spChg>
        <pc:spChg chg="add del mod">
          <ac:chgData name="Kamalesh B" userId="7f8413d08a57bda1" providerId="LiveId" clId="{93FB5AE7-CA4C-4E0E-B87E-A8D59996F0FC}" dt="2026-09-30T16:49:31.418" v="704"/>
          <ac:spMkLst>
            <pc:docMk/>
            <pc:sldMk cId="3463476598" sldId="267"/>
            <ac:spMk id="9" creationId="{91879A22-2187-F3EB-DCBF-65A98D73E93A}"/>
          </ac:spMkLst>
        </pc:spChg>
        <pc:picChg chg="add mod">
          <ac:chgData name="Kamalesh B" userId="7f8413d08a57bda1" providerId="LiveId" clId="{93FB5AE7-CA4C-4E0E-B87E-A8D59996F0FC}" dt="2026-09-30T17:02:34.666" v="776" actId="1076"/>
          <ac:picMkLst>
            <pc:docMk/>
            <pc:sldMk cId="3463476598" sldId="267"/>
            <ac:picMk id="4" creationId="{04D2DE62-BFDF-541A-937C-7C44FACB7594}"/>
          </ac:picMkLst>
        </pc:picChg>
        <pc:picChg chg="del mod">
          <ac:chgData name="Kamalesh B" userId="7f8413d08a57bda1" providerId="LiveId" clId="{93FB5AE7-CA4C-4E0E-B87E-A8D59996F0FC}" dt="2026-09-30T16:49:21.266" v="700" actId="478"/>
          <ac:picMkLst>
            <pc:docMk/>
            <pc:sldMk cId="3463476598" sldId="267"/>
            <ac:picMk id="5" creationId="{88B75CF5-80D2-9690-BE0D-019465B31E22}"/>
          </ac:picMkLst>
        </pc:picChg>
      </pc:sldChg>
      <pc:sldChg chg="addSp delSp modSp mod">
        <pc:chgData name="Kamalesh B" userId="7f8413d08a57bda1" providerId="LiveId" clId="{93FB5AE7-CA4C-4E0E-B87E-A8D59996F0FC}" dt="2026-09-30T17:48:11.391" v="1274" actId="207"/>
        <pc:sldMkLst>
          <pc:docMk/>
          <pc:sldMk cId="3838539687" sldId="268"/>
        </pc:sldMkLst>
        <pc:spChg chg="mod">
          <ac:chgData name="Kamalesh B" userId="7f8413d08a57bda1" providerId="LiveId" clId="{93FB5AE7-CA4C-4E0E-B87E-A8D59996F0FC}" dt="2026-09-30T17:48:11.391" v="1274" actId="207"/>
          <ac:spMkLst>
            <pc:docMk/>
            <pc:sldMk cId="3838539687" sldId="268"/>
            <ac:spMk id="2" creationId="{600497AD-791F-CC66-E554-1AA1D22FEC19}"/>
          </ac:spMkLst>
        </pc:spChg>
        <pc:spChg chg="add del mod">
          <ac:chgData name="Kamalesh B" userId="7f8413d08a57bda1" providerId="LiveId" clId="{93FB5AE7-CA4C-4E0E-B87E-A8D59996F0FC}" dt="2026-09-30T16:49:48.144" v="714"/>
          <ac:spMkLst>
            <pc:docMk/>
            <pc:sldMk cId="3838539687" sldId="268"/>
            <ac:spMk id="6" creationId="{EC7E3233-E5E2-6577-824C-8CBF23C40586}"/>
          </ac:spMkLst>
        </pc:spChg>
        <pc:spChg chg="add mod">
          <ac:chgData name="Kamalesh B" userId="7f8413d08a57bda1" providerId="LiveId" clId="{93FB5AE7-CA4C-4E0E-B87E-A8D59996F0FC}" dt="2026-09-30T17:11:33.710" v="831" actId="1076"/>
          <ac:spMkLst>
            <pc:docMk/>
            <pc:sldMk cId="3838539687" sldId="268"/>
            <ac:spMk id="8" creationId="{6A84E329-E2D3-BD58-7595-AA9A78BB0841}"/>
          </ac:spMkLst>
        </pc:spChg>
        <pc:picChg chg="add mod">
          <ac:chgData name="Kamalesh B" userId="7f8413d08a57bda1" providerId="LiveId" clId="{93FB5AE7-CA4C-4E0E-B87E-A8D59996F0FC}" dt="2026-09-30T17:11:37.115" v="832" actId="1076"/>
          <ac:picMkLst>
            <pc:docMk/>
            <pc:sldMk cId="3838539687" sldId="268"/>
            <ac:picMk id="4" creationId="{972153B9-A82F-430A-C7AF-CF693F3BDF38}"/>
          </ac:picMkLst>
        </pc:picChg>
        <pc:picChg chg="del mod">
          <ac:chgData name="Kamalesh B" userId="7f8413d08a57bda1" providerId="LiveId" clId="{93FB5AE7-CA4C-4E0E-B87E-A8D59996F0FC}" dt="2026-09-30T16:49:43.423" v="710" actId="478"/>
          <ac:picMkLst>
            <pc:docMk/>
            <pc:sldMk cId="3838539687" sldId="268"/>
            <ac:picMk id="5" creationId="{CBC00176-EF65-740A-7135-B524E7FCA865}"/>
          </ac:picMkLst>
        </pc:picChg>
      </pc:sldChg>
      <pc:sldChg chg="addSp delSp modSp mod">
        <pc:chgData name="Kamalesh B" userId="7f8413d08a57bda1" providerId="LiveId" clId="{93FB5AE7-CA4C-4E0E-B87E-A8D59996F0FC}" dt="2026-09-30T17:48:24.361" v="1276" actId="207"/>
        <pc:sldMkLst>
          <pc:docMk/>
          <pc:sldMk cId="3264148514" sldId="269"/>
        </pc:sldMkLst>
        <pc:spChg chg="mod">
          <ac:chgData name="Kamalesh B" userId="7f8413d08a57bda1" providerId="LiveId" clId="{93FB5AE7-CA4C-4E0E-B87E-A8D59996F0FC}" dt="2026-09-30T17:48:24.361" v="1276" actId="207"/>
          <ac:spMkLst>
            <pc:docMk/>
            <pc:sldMk cId="3264148514" sldId="269"/>
            <ac:spMk id="2" creationId="{B8C37F3C-7EDF-F025-E4C2-F294043655AF}"/>
          </ac:spMkLst>
        </pc:spChg>
        <pc:spChg chg="add mod">
          <ac:chgData name="Kamalesh B" userId="7f8413d08a57bda1" providerId="LiveId" clId="{93FB5AE7-CA4C-4E0E-B87E-A8D59996F0FC}" dt="2026-09-30T17:15:40.610" v="861" actId="255"/>
          <ac:spMkLst>
            <pc:docMk/>
            <pc:sldMk cId="3264148514" sldId="269"/>
            <ac:spMk id="4" creationId="{F32698F9-049D-EE42-70FA-A6554CFF6894}"/>
          </ac:spMkLst>
        </pc:spChg>
        <pc:spChg chg="add del mod">
          <ac:chgData name="Kamalesh B" userId="7f8413d08a57bda1" providerId="LiveId" clId="{93FB5AE7-CA4C-4E0E-B87E-A8D59996F0FC}" dt="2026-09-30T16:50:04.663" v="724"/>
          <ac:spMkLst>
            <pc:docMk/>
            <pc:sldMk cId="3264148514" sldId="269"/>
            <ac:spMk id="6" creationId="{536DCC2C-50F9-C82D-142E-B30A330A7563}"/>
          </ac:spMkLst>
        </pc:spChg>
        <pc:picChg chg="del mod">
          <ac:chgData name="Kamalesh B" userId="7f8413d08a57bda1" providerId="LiveId" clId="{93FB5AE7-CA4C-4E0E-B87E-A8D59996F0FC}" dt="2026-09-30T16:49:59.300" v="720" actId="478"/>
          <ac:picMkLst>
            <pc:docMk/>
            <pc:sldMk cId="3264148514" sldId="269"/>
            <ac:picMk id="5" creationId="{3188DB6F-69A7-2CE1-EE52-0AD8301F203D}"/>
          </ac:picMkLst>
        </pc:picChg>
        <pc:picChg chg="add mod">
          <ac:chgData name="Kamalesh B" userId="7f8413d08a57bda1" providerId="LiveId" clId="{93FB5AE7-CA4C-4E0E-B87E-A8D59996F0FC}" dt="2026-09-30T17:15:05.033" v="854" actId="1076"/>
          <ac:picMkLst>
            <pc:docMk/>
            <pc:sldMk cId="3264148514" sldId="269"/>
            <ac:picMk id="8" creationId="{169BB5D5-4C09-00ED-6179-23E212E01F6C}"/>
          </ac:picMkLst>
        </pc:picChg>
      </pc:sldChg>
      <pc:sldChg chg="addSp delSp modSp new mod">
        <pc:chgData name="Kamalesh B" userId="7f8413d08a57bda1" providerId="LiveId" clId="{93FB5AE7-CA4C-4E0E-B87E-A8D59996F0FC}" dt="2026-09-30T17:48:04.613" v="1273" actId="207"/>
        <pc:sldMkLst>
          <pc:docMk/>
          <pc:sldMk cId="2195833383" sldId="271"/>
        </pc:sldMkLst>
        <pc:spChg chg="add mod">
          <ac:chgData name="Kamalesh B" userId="7f8413d08a57bda1" providerId="LiveId" clId="{93FB5AE7-CA4C-4E0E-B87E-A8D59996F0FC}" dt="2026-09-30T17:48:04.613" v="1273" actId="207"/>
          <ac:spMkLst>
            <pc:docMk/>
            <pc:sldMk cId="2195833383" sldId="271"/>
            <ac:spMk id="3" creationId="{8A17C57E-8F22-CD37-EAA4-D9CE79C13FF5}"/>
          </ac:spMkLst>
        </pc:spChg>
        <pc:spChg chg="add del mod">
          <ac:chgData name="Kamalesh B" userId="7f8413d08a57bda1" providerId="LiveId" clId="{93FB5AE7-CA4C-4E0E-B87E-A8D59996F0FC}" dt="2026-09-30T16:49:41.760" v="709"/>
          <ac:spMkLst>
            <pc:docMk/>
            <pc:sldMk cId="2195833383" sldId="271"/>
            <ac:spMk id="7" creationId="{4EB77EDB-F447-AFDA-A351-043847902A2D}"/>
          </ac:spMkLst>
        </pc:spChg>
        <pc:spChg chg="add mod">
          <ac:chgData name="Kamalesh B" userId="7f8413d08a57bda1" providerId="LiveId" clId="{93FB5AE7-CA4C-4E0E-B87E-A8D59996F0FC}" dt="2026-09-30T17:06:39.003" v="813" actId="255"/>
          <ac:spMkLst>
            <pc:docMk/>
            <pc:sldMk cId="2195833383" sldId="271"/>
            <ac:spMk id="8" creationId="{FC6113E9-A854-1BE2-2830-28B9A004E316}"/>
          </ac:spMkLst>
        </pc:spChg>
        <pc:picChg chg="add mod">
          <ac:chgData name="Kamalesh B" userId="7f8413d08a57bda1" providerId="LiveId" clId="{93FB5AE7-CA4C-4E0E-B87E-A8D59996F0FC}" dt="2026-09-30T17:06:44.519" v="814" actId="14100"/>
          <ac:picMkLst>
            <pc:docMk/>
            <pc:sldMk cId="2195833383" sldId="271"/>
            <ac:picMk id="4" creationId="{CD3858F9-BA4E-3B2C-6D4E-D8F0B490DA7E}"/>
          </ac:picMkLst>
        </pc:picChg>
        <pc:picChg chg="add del mod">
          <ac:chgData name="Kamalesh B" userId="7f8413d08a57bda1" providerId="LiveId" clId="{93FB5AE7-CA4C-4E0E-B87E-A8D59996F0FC}" dt="2026-09-30T16:49:35.912" v="705" actId="478"/>
          <ac:picMkLst>
            <pc:docMk/>
            <pc:sldMk cId="2195833383" sldId="271"/>
            <ac:picMk id="5" creationId="{E93B9EB1-630A-E303-DC23-0E9CC2C20A93}"/>
          </ac:picMkLst>
        </pc:picChg>
      </pc:sldChg>
      <pc:sldChg chg="addSp delSp modSp new mod">
        <pc:chgData name="Kamalesh B" userId="7f8413d08a57bda1" providerId="LiveId" clId="{93FB5AE7-CA4C-4E0E-B87E-A8D59996F0FC}" dt="2026-09-30T17:48:17.092" v="1275" actId="207"/>
        <pc:sldMkLst>
          <pc:docMk/>
          <pc:sldMk cId="516441152" sldId="272"/>
        </pc:sldMkLst>
        <pc:spChg chg="add mod">
          <ac:chgData name="Kamalesh B" userId="7f8413d08a57bda1" providerId="LiveId" clId="{93FB5AE7-CA4C-4E0E-B87E-A8D59996F0FC}" dt="2026-09-30T17:48:17.092" v="1275" actId="207"/>
          <ac:spMkLst>
            <pc:docMk/>
            <pc:sldMk cId="516441152" sldId="272"/>
            <ac:spMk id="3" creationId="{C05C87C4-DE87-2C60-8EA2-9F6262D98BCF}"/>
          </ac:spMkLst>
        </pc:spChg>
        <pc:spChg chg="add del mod">
          <ac:chgData name="Kamalesh B" userId="7f8413d08a57bda1" providerId="LiveId" clId="{93FB5AE7-CA4C-4E0E-B87E-A8D59996F0FC}" dt="2026-09-30T16:49:54.899" v="719"/>
          <ac:spMkLst>
            <pc:docMk/>
            <pc:sldMk cId="516441152" sldId="272"/>
            <ac:spMk id="7" creationId="{9A295429-A38E-B25C-C17A-25C7E493649E}"/>
          </ac:spMkLst>
        </pc:spChg>
        <pc:spChg chg="add mod">
          <ac:chgData name="Kamalesh B" userId="7f8413d08a57bda1" providerId="LiveId" clId="{93FB5AE7-CA4C-4E0E-B87E-A8D59996F0FC}" dt="2026-09-30T17:13:38.383" v="846" actId="2710"/>
          <ac:spMkLst>
            <pc:docMk/>
            <pc:sldMk cId="516441152" sldId="272"/>
            <ac:spMk id="8" creationId="{6ED0D5EA-196A-508C-8A98-893AACAA94F3}"/>
          </ac:spMkLst>
        </pc:spChg>
        <pc:picChg chg="add mod">
          <ac:chgData name="Kamalesh B" userId="7f8413d08a57bda1" providerId="LiveId" clId="{93FB5AE7-CA4C-4E0E-B87E-A8D59996F0FC}" dt="2026-09-30T17:12:15.646" v="836" actId="1076"/>
          <ac:picMkLst>
            <pc:docMk/>
            <pc:sldMk cId="516441152" sldId="272"/>
            <ac:picMk id="4" creationId="{7A6FBA91-5A5B-2E72-308A-9DEC873B6D6B}"/>
          </ac:picMkLst>
        </pc:picChg>
        <pc:picChg chg="add del mod">
          <ac:chgData name="Kamalesh B" userId="7f8413d08a57bda1" providerId="LiveId" clId="{93FB5AE7-CA4C-4E0E-B87E-A8D59996F0FC}" dt="2026-09-30T16:49:50.079" v="715" actId="478"/>
          <ac:picMkLst>
            <pc:docMk/>
            <pc:sldMk cId="516441152" sldId="272"/>
            <ac:picMk id="5" creationId="{0AFD19EF-6D38-8826-9BD1-FBC967EF8716}"/>
          </ac:picMkLst>
        </pc:picChg>
      </pc:sldChg>
      <pc:sldChg chg="addSp delSp modSp new mod">
        <pc:chgData name="Kamalesh B" userId="7f8413d08a57bda1" providerId="LiveId" clId="{93FB5AE7-CA4C-4E0E-B87E-A8D59996F0FC}" dt="2026-09-30T17:48:31.048" v="1277" actId="207"/>
        <pc:sldMkLst>
          <pc:docMk/>
          <pc:sldMk cId="3927294538" sldId="273"/>
        </pc:sldMkLst>
        <pc:spChg chg="add mod">
          <ac:chgData name="Kamalesh B" userId="7f8413d08a57bda1" providerId="LiveId" clId="{93FB5AE7-CA4C-4E0E-B87E-A8D59996F0FC}" dt="2026-09-30T17:48:31.048" v="1277" actId="207"/>
          <ac:spMkLst>
            <pc:docMk/>
            <pc:sldMk cId="3927294538" sldId="273"/>
            <ac:spMk id="3" creationId="{DAB94B11-3E87-6ECA-E452-BB27CD2BCD3A}"/>
          </ac:spMkLst>
        </pc:spChg>
        <pc:spChg chg="add del mod">
          <ac:chgData name="Kamalesh B" userId="7f8413d08a57bda1" providerId="LiveId" clId="{93FB5AE7-CA4C-4E0E-B87E-A8D59996F0FC}" dt="2026-09-30T17:16:24.045" v="866"/>
          <ac:spMkLst>
            <pc:docMk/>
            <pc:sldMk cId="3927294538" sldId="273"/>
            <ac:spMk id="7" creationId="{66D388E7-438F-7ACF-3E4F-AFE9B57D801F}"/>
          </ac:spMkLst>
        </pc:spChg>
        <pc:spChg chg="add mod">
          <ac:chgData name="Kamalesh B" userId="7f8413d08a57bda1" providerId="LiveId" clId="{93FB5AE7-CA4C-4E0E-B87E-A8D59996F0FC}" dt="2026-09-30T17:17:35.932" v="880" actId="2710"/>
          <ac:spMkLst>
            <pc:docMk/>
            <pc:sldMk cId="3927294538" sldId="273"/>
            <ac:spMk id="8" creationId="{5A89D24F-1D82-DCCD-5BE7-2B03E99F9683}"/>
          </ac:spMkLst>
        </pc:spChg>
        <pc:picChg chg="add mod">
          <ac:chgData name="Kamalesh B" userId="7f8413d08a57bda1" providerId="LiveId" clId="{93FB5AE7-CA4C-4E0E-B87E-A8D59996F0FC}" dt="2026-09-30T17:16:33.639" v="870" actId="14100"/>
          <ac:picMkLst>
            <pc:docMk/>
            <pc:sldMk cId="3927294538" sldId="273"/>
            <ac:picMk id="4" creationId="{18024CFA-BFF7-650F-142C-667C3B3C0030}"/>
          </ac:picMkLst>
        </pc:picChg>
        <pc:picChg chg="add del mod">
          <ac:chgData name="Kamalesh B" userId="7f8413d08a57bda1" providerId="LiveId" clId="{93FB5AE7-CA4C-4E0E-B87E-A8D59996F0FC}" dt="2026-09-30T17:15:45.765" v="862" actId="478"/>
          <ac:picMkLst>
            <pc:docMk/>
            <pc:sldMk cId="3927294538" sldId="273"/>
            <ac:picMk id="5" creationId="{0DA5885A-865A-24F5-BD6C-FDBF41AD385D}"/>
          </ac:picMkLst>
        </pc:picChg>
      </pc:sldChg>
      <pc:sldChg chg="addSp delSp modSp new mod">
        <pc:chgData name="Kamalesh B" userId="7f8413d08a57bda1" providerId="LiveId" clId="{93FB5AE7-CA4C-4E0E-B87E-A8D59996F0FC}" dt="2026-09-30T17:48:49.964" v="1280" actId="207"/>
        <pc:sldMkLst>
          <pc:docMk/>
          <pc:sldMk cId="3105277941" sldId="274"/>
        </pc:sldMkLst>
        <pc:spChg chg="add mod">
          <ac:chgData name="Kamalesh B" userId="7f8413d08a57bda1" providerId="LiveId" clId="{93FB5AE7-CA4C-4E0E-B87E-A8D59996F0FC}" dt="2026-09-30T17:48:49.964" v="1280" actId="207"/>
          <ac:spMkLst>
            <pc:docMk/>
            <pc:sldMk cId="3105277941" sldId="274"/>
            <ac:spMk id="3" creationId="{779BA5D5-206E-A25B-D0C4-4F2A9C6A0949}"/>
          </ac:spMkLst>
        </pc:spChg>
        <pc:spChg chg="add del mod">
          <ac:chgData name="Kamalesh B" userId="7f8413d08a57bda1" providerId="LiveId" clId="{93FB5AE7-CA4C-4E0E-B87E-A8D59996F0FC}" dt="2026-09-30T17:27:48.619" v="982"/>
          <ac:spMkLst>
            <pc:docMk/>
            <pc:sldMk cId="3105277941" sldId="274"/>
            <ac:spMk id="7" creationId="{46C9A9CC-6CD6-68F3-4A92-FD6B6D05D22D}"/>
          </ac:spMkLst>
        </pc:spChg>
        <pc:spChg chg="add mod">
          <ac:chgData name="Kamalesh B" userId="7f8413d08a57bda1" providerId="LiveId" clId="{93FB5AE7-CA4C-4E0E-B87E-A8D59996F0FC}" dt="2026-09-30T17:27:46.305" v="980" actId="2710"/>
          <ac:spMkLst>
            <pc:docMk/>
            <pc:sldMk cId="3105277941" sldId="274"/>
            <ac:spMk id="8" creationId="{8B262004-67E0-DBE7-EEE3-AACD85FFFF0A}"/>
          </ac:spMkLst>
        </pc:spChg>
        <pc:picChg chg="add mod">
          <ac:chgData name="Kamalesh B" userId="7f8413d08a57bda1" providerId="LiveId" clId="{93FB5AE7-CA4C-4E0E-B87E-A8D59996F0FC}" dt="2026-09-30T17:26:42.440" v="967" actId="14100"/>
          <ac:picMkLst>
            <pc:docMk/>
            <pc:sldMk cId="3105277941" sldId="274"/>
            <ac:picMk id="4" creationId="{55EFD5CF-3550-6E23-640E-F77E1FEF576D}"/>
          </ac:picMkLst>
        </pc:picChg>
        <pc:picChg chg="add del mod">
          <ac:chgData name="Kamalesh B" userId="7f8413d08a57bda1" providerId="LiveId" clId="{93FB5AE7-CA4C-4E0E-B87E-A8D59996F0FC}" dt="2026-09-30T17:25:57.626" v="962" actId="478"/>
          <ac:picMkLst>
            <pc:docMk/>
            <pc:sldMk cId="3105277941" sldId="274"/>
            <ac:picMk id="5" creationId="{795AD3AF-EC14-1D36-A450-737E7A34151D}"/>
          </ac:picMkLst>
        </pc:picChg>
      </pc:sldChg>
      <pc:sldChg chg="addSp delSp modSp new mod">
        <pc:chgData name="Kamalesh B" userId="7f8413d08a57bda1" providerId="LiveId" clId="{93FB5AE7-CA4C-4E0E-B87E-A8D59996F0FC}" dt="2026-09-30T17:49:01.599" v="1282" actId="207"/>
        <pc:sldMkLst>
          <pc:docMk/>
          <pc:sldMk cId="1851379956" sldId="275"/>
        </pc:sldMkLst>
        <pc:spChg chg="add mod">
          <ac:chgData name="Kamalesh B" userId="7f8413d08a57bda1" providerId="LiveId" clId="{93FB5AE7-CA4C-4E0E-B87E-A8D59996F0FC}" dt="2026-09-30T17:49:01.599" v="1282" actId="207"/>
          <ac:spMkLst>
            <pc:docMk/>
            <pc:sldMk cId="1851379956" sldId="275"/>
            <ac:spMk id="3" creationId="{5B677F24-B29F-1056-DA8E-20DDE2D44C4E}"/>
          </ac:spMkLst>
        </pc:spChg>
        <pc:spChg chg="add del mod">
          <ac:chgData name="Kamalesh B" userId="7f8413d08a57bda1" providerId="LiveId" clId="{93FB5AE7-CA4C-4E0E-B87E-A8D59996F0FC}" dt="2026-09-30T17:30:06.025" v="1007"/>
          <ac:spMkLst>
            <pc:docMk/>
            <pc:sldMk cId="1851379956" sldId="275"/>
            <ac:spMk id="7" creationId="{2D0C8F4A-A449-D6ED-BE84-4C21485678A1}"/>
          </ac:spMkLst>
        </pc:spChg>
        <pc:spChg chg="add mod">
          <ac:chgData name="Kamalesh B" userId="7f8413d08a57bda1" providerId="LiveId" clId="{93FB5AE7-CA4C-4E0E-B87E-A8D59996F0FC}" dt="2026-09-30T17:32:11.076" v="1055" actId="2710"/>
          <ac:spMkLst>
            <pc:docMk/>
            <pc:sldMk cId="1851379956" sldId="275"/>
            <ac:spMk id="8" creationId="{9C038A1C-1940-095B-03B9-103F4E0CA930}"/>
          </ac:spMkLst>
        </pc:spChg>
        <pc:picChg chg="add mod">
          <ac:chgData name="Kamalesh B" userId="7f8413d08a57bda1" providerId="LiveId" clId="{93FB5AE7-CA4C-4E0E-B87E-A8D59996F0FC}" dt="2026-09-30T17:30:13.348" v="1010" actId="14100"/>
          <ac:picMkLst>
            <pc:docMk/>
            <pc:sldMk cId="1851379956" sldId="275"/>
            <ac:picMk id="4" creationId="{91298F3D-DF8F-4C58-7C76-F3EC246E81C9}"/>
          </ac:picMkLst>
        </pc:picChg>
        <pc:picChg chg="add del mod">
          <ac:chgData name="Kamalesh B" userId="7f8413d08a57bda1" providerId="LiveId" clId="{93FB5AE7-CA4C-4E0E-B87E-A8D59996F0FC}" dt="2026-09-30T17:29:41.240" v="1003" actId="478"/>
          <ac:picMkLst>
            <pc:docMk/>
            <pc:sldMk cId="1851379956" sldId="275"/>
            <ac:picMk id="5" creationId="{9E43DCDE-1F86-DC0C-AAB7-1DA5DE670BBD}"/>
          </ac:picMkLst>
        </pc:picChg>
      </pc:sldChg>
      <pc:sldChg chg="addSp delSp modSp new mod">
        <pc:chgData name="Kamalesh B" userId="7f8413d08a57bda1" providerId="LiveId" clId="{93FB5AE7-CA4C-4E0E-B87E-A8D59996F0FC}" dt="2026-09-30T17:49:19.023" v="1285" actId="207"/>
        <pc:sldMkLst>
          <pc:docMk/>
          <pc:sldMk cId="2458369725" sldId="276"/>
        </pc:sldMkLst>
        <pc:spChg chg="add mod">
          <ac:chgData name="Kamalesh B" userId="7f8413d08a57bda1" providerId="LiveId" clId="{93FB5AE7-CA4C-4E0E-B87E-A8D59996F0FC}" dt="2026-09-30T17:49:19.023" v="1285" actId="207"/>
          <ac:spMkLst>
            <pc:docMk/>
            <pc:sldMk cId="2458369725" sldId="276"/>
            <ac:spMk id="3" creationId="{DA86D42A-0A9E-5BB6-4440-FC5B843F7425}"/>
          </ac:spMkLst>
        </pc:spChg>
        <pc:spChg chg="add del mod">
          <ac:chgData name="Kamalesh B" userId="7f8413d08a57bda1" providerId="LiveId" clId="{93FB5AE7-CA4C-4E0E-B87E-A8D59996F0FC}" dt="2026-09-30T17:38:08.626" v="1109"/>
          <ac:spMkLst>
            <pc:docMk/>
            <pc:sldMk cId="2458369725" sldId="276"/>
            <ac:spMk id="7" creationId="{C7EBDFC8-AE21-1574-661B-C0C23E0BAE16}"/>
          </ac:spMkLst>
        </pc:spChg>
        <pc:spChg chg="add mod">
          <ac:chgData name="Kamalesh B" userId="7f8413d08a57bda1" providerId="LiveId" clId="{93FB5AE7-CA4C-4E0E-B87E-A8D59996F0FC}" dt="2026-09-30T17:39:18.082" v="1122" actId="2710"/>
          <ac:spMkLst>
            <pc:docMk/>
            <pc:sldMk cId="2458369725" sldId="276"/>
            <ac:spMk id="8" creationId="{250B2B29-2E09-D8AE-30BC-F5ABC55060A5}"/>
          </ac:spMkLst>
        </pc:spChg>
        <pc:picChg chg="add mod">
          <ac:chgData name="Kamalesh B" userId="7f8413d08a57bda1" providerId="LiveId" clId="{93FB5AE7-CA4C-4E0E-B87E-A8D59996F0FC}" dt="2026-09-30T17:38:14.934" v="1112" actId="14100"/>
          <ac:picMkLst>
            <pc:docMk/>
            <pc:sldMk cId="2458369725" sldId="276"/>
            <ac:picMk id="4" creationId="{AFCA2208-9731-F9CB-0A0D-15476EAAE755}"/>
          </ac:picMkLst>
        </pc:picChg>
        <pc:picChg chg="add del mod">
          <ac:chgData name="Kamalesh B" userId="7f8413d08a57bda1" providerId="LiveId" clId="{93FB5AE7-CA4C-4E0E-B87E-A8D59996F0FC}" dt="2026-09-30T17:37:42.571" v="1105" actId="478"/>
          <ac:picMkLst>
            <pc:docMk/>
            <pc:sldMk cId="2458369725" sldId="276"/>
            <ac:picMk id="5" creationId="{3DCE680B-39C0-528B-B2C0-69E7C31892B7}"/>
          </ac:picMkLst>
        </pc:picChg>
      </pc:sldChg>
      <pc:sldChg chg="addSp delSp modSp new mod">
        <pc:chgData name="Kamalesh B" userId="7f8413d08a57bda1" providerId="LiveId" clId="{93FB5AE7-CA4C-4E0E-B87E-A8D59996F0FC}" dt="2026-09-30T17:49:36.131" v="1288" actId="207"/>
        <pc:sldMkLst>
          <pc:docMk/>
          <pc:sldMk cId="3631836648" sldId="277"/>
        </pc:sldMkLst>
        <pc:spChg chg="add mod">
          <ac:chgData name="Kamalesh B" userId="7f8413d08a57bda1" providerId="LiveId" clId="{93FB5AE7-CA4C-4E0E-B87E-A8D59996F0FC}" dt="2026-09-30T17:49:36.131" v="1288" actId="207"/>
          <ac:spMkLst>
            <pc:docMk/>
            <pc:sldMk cId="3631836648" sldId="277"/>
            <ac:spMk id="3" creationId="{D6D0242D-E68B-0201-8E1D-0FA445A844AD}"/>
          </ac:spMkLst>
        </pc:spChg>
        <pc:spChg chg="add mod">
          <ac:chgData name="Kamalesh B" userId="7f8413d08a57bda1" providerId="LiveId" clId="{93FB5AE7-CA4C-4E0E-B87E-A8D59996F0FC}" dt="2026-09-30T17:44:01.190" v="1184" actId="1076"/>
          <ac:spMkLst>
            <pc:docMk/>
            <pc:sldMk cId="3631836648" sldId="277"/>
            <ac:spMk id="4" creationId="{45503F41-8854-E87E-F05B-3F2D408F4ADF}"/>
          </ac:spMkLst>
        </pc:spChg>
        <pc:spChg chg="add del mod">
          <ac:chgData name="Kamalesh B" userId="7f8413d08a57bda1" providerId="LiveId" clId="{93FB5AE7-CA4C-4E0E-B87E-A8D59996F0FC}" dt="2026-09-30T17:44:03.673" v="1186"/>
          <ac:spMkLst>
            <pc:docMk/>
            <pc:sldMk cId="3631836648" sldId="277"/>
            <ac:spMk id="7" creationId="{E9549127-54E2-A632-8261-3B2799AEC43D}"/>
          </ac:spMkLst>
        </pc:spChg>
        <pc:picChg chg="add mod">
          <ac:chgData name="Kamalesh B" userId="7f8413d08a57bda1" providerId="LiveId" clId="{93FB5AE7-CA4C-4E0E-B87E-A8D59996F0FC}" dt="2026-09-30T17:42:44.770" v="1151" actId="14100"/>
          <ac:picMkLst>
            <pc:docMk/>
            <pc:sldMk cId="3631836648" sldId="277"/>
            <ac:picMk id="5" creationId="{E28AFB93-46AD-899A-7156-DE9D5A3B801F}"/>
          </ac:picMkLst>
        </pc:picChg>
      </pc:sldChg>
      <pc:sldChg chg="addSp delSp modSp new mod">
        <pc:chgData name="Kamalesh B" userId="7f8413d08a57bda1" providerId="LiveId" clId="{93FB5AE7-CA4C-4E0E-B87E-A8D59996F0FC}" dt="2026-09-30T17:49:30.897" v="1287" actId="207"/>
        <pc:sldMkLst>
          <pc:docMk/>
          <pc:sldMk cId="1641356381" sldId="278"/>
        </pc:sldMkLst>
        <pc:spChg chg="add mod">
          <ac:chgData name="Kamalesh B" userId="7f8413d08a57bda1" providerId="LiveId" clId="{93FB5AE7-CA4C-4E0E-B87E-A8D59996F0FC}" dt="2026-09-30T17:49:30.897" v="1287" actId="207"/>
          <ac:spMkLst>
            <pc:docMk/>
            <pc:sldMk cId="1641356381" sldId="278"/>
            <ac:spMk id="3" creationId="{51D72646-ECDD-2DE3-D377-DDF1E7DDF351}"/>
          </ac:spMkLst>
        </pc:spChg>
        <pc:spChg chg="add del mod">
          <ac:chgData name="Kamalesh B" userId="7f8413d08a57bda1" providerId="LiveId" clId="{93FB5AE7-CA4C-4E0E-B87E-A8D59996F0FC}" dt="2026-09-30T17:44:35.491" v="1191"/>
          <ac:spMkLst>
            <pc:docMk/>
            <pc:sldMk cId="1641356381" sldId="278"/>
            <ac:spMk id="7" creationId="{530C9718-7427-6BBB-10C0-E09F464B51D6}"/>
          </ac:spMkLst>
        </pc:spChg>
        <pc:spChg chg="add mod">
          <ac:chgData name="Kamalesh B" userId="7f8413d08a57bda1" providerId="LiveId" clId="{93FB5AE7-CA4C-4E0E-B87E-A8D59996F0FC}" dt="2026-09-30T17:45:36.489" v="1208" actId="2710"/>
          <ac:spMkLst>
            <pc:docMk/>
            <pc:sldMk cId="1641356381" sldId="278"/>
            <ac:spMk id="8" creationId="{EA7B0688-E058-47F7-44C6-25F7E13A18BA}"/>
          </ac:spMkLst>
        </pc:spChg>
        <pc:picChg chg="add mod">
          <ac:chgData name="Kamalesh B" userId="7f8413d08a57bda1" providerId="LiveId" clId="{93FB5AE7-CA4C-4E0E-B87E-A8D59996F0FC}" dt="2026-09-30T17:44:46.774" v="1196" actId="1076"/>
          <ac:picMkLst>
            <pc:docMk/>
            <pc:sldMk cId="1641356381" sldId="278"/>
            <ac:picMk id="4" creationId="{CEFB78CC-D02B-B69C-6DF3-01A8C20FA712}"/>
          </ac:picMkLst>
        </pc:picChg>
        <pc:picChg chg="add del mod">
          <ac:chgData name="Kamalesh B" userId="7f8413d08a57bda1" providerId="LiveId" clId="{93FB5AE7-CA4C-4E0E-B87E-A8D59996F0FC}" dt="2026-09-30T17:44:05.696" v="1187" actId="478"/>
          <ac:picMkLst>
            <pc:docMk/>
            <pc:sldMk cId="1641356381" sldId="278"/>
            <ac:picMk id="5" creationId="{92FB8103-4E59-96D8-C126-7E14279F1FA3}"/>
          </ac:picMkLst>
        </pc:picChg>
      </pc:sldChg>
      <pc:sldChg chg="addSp modSp new mod">
        <pc:chgData name="Kamalesh B" userId="7f8413d08a57bda1" providerId="LiveId" clId="{93FB5AE7-CA4C-4E0E-B87E-A8D59996F0FC}" dt="2026-09-30T17:47:45.189" v="1270" actId="207"/>
        <pc:sldMkLst>
          <pc:docMk/>
          <pc:sldMk cId="1085454150" sldId="279"/>
        </pc:sldMkLst>
        <pc:spChg chg="add mod">
          <ac:chgData name="Kamalesh B" userId="7f8413d08a57bda1" providerId="LiveId" clId="{93FB5AE7-CA4C-4E0E-B87E-A8D59996F0FC}" dt="2026-09-30T16:55:56.127" v="739" actId="5793"/>
          <ac:spMkLst>
            <pc:docMk/>
            <pc:sldMk cId="1085454150" sldId="279"/>
            <ac:spMk id="3" creationId="{2E81FD6F-CE16-0E32-5977-8DD8F713E03B}"/>
          </ac:spMkLst>
        </pc:spChg>
        <pc:spChg chg="add mod">
          <ac:chgData name="Kamalesh B" userId="7f8413d08a57bda1" providerId="LiveId" clId="{93FB5AE7-CA4C-4E0E-B87E-A8D59996F0FC}" dt="2026-09-30T17:47:45.189" v="1270" actId="207"/>
          <ac:spMkLst>
            <pc:docMk/>
            <pc:sldMk cId="1085454150" sldId="279"/>
            <ac:spMk id="4" creationId="{237CF7FC-C3E9-DA4B-AE47-B1B7C7DA5B6E}"/>
          </ac:spMkLst>
        </pc:spChg>
        <pc:picChg chg="add mod">
          <ac:chgData name="Kamalesh B" userId="7f8413d08a57bda1" providerId="LiveId" clId="{93FB5AE7-CA4C-4E0E-B87E-A8D59996F0FC}" dt="2026-09-30T16:56:05.401" v="741" actId="14100"/>
          <ac:picMkLst>
            <pc:docMk/>
            <pc:sldMk cId="1085454150" sldId="279"/>
            <ac:picMk id="5" creationId="{C6B57213-4B8C-B98E-7378-04E4D774F516}"/>
          </ac:picMkLst>
        </pc:picChg>
      </pc:sldChg>
      <pc:sldChg chg="addSp modSp new mod">
        <pc:chgData name="Kamalesh B" userId="7f8413d08a57bda1" providerId="LiveId" clId="{93FB5AE7-CA4C-4E0E-B87E-A8D59996F0FC}" dt="2026-09-30T17:49:42.204" v="1289" actId="207"/>
        <pc:sldMkLst>
          <pc:docMk/>
          <pc:sldMk cId="2406803159" sldId="280"/>
        </pc:sldMkLst>
        <pc:spChg chg="add mod">
          <ac:chgData name="Kamalesh B" userId="7f8413d08a57bda1" providerId="LiveId" clId="{93FB5AE7-CA4C-4E0E-B87E-A8D59996F0FC}" dt="2026-09-28T09:48:47.488" v="672" actId="12"/>
          <ac:spMkLst>
            <pc:docMk/>
            <pc:sldMk cId="2406803159" sldId="280"/>
            <ac:spMk id="3" creationId="{620113A7-D938-EA61-589D-C7E59C37F27F}"/>
          </ac:spMkLst>
        </pc:spChg>
        <pc:spChg chg="add mod">
          <ac:chgData name="Kamalesh B" userId="7f8413d08a57bda1" providerId="LiveId" clId="{93FB5AE7-CA4C-4E0E-B87E-A8D59996F0FC}" dt="2026-09-30T17:49:42.204" v="1289" actId="207"/>
          <ac:spMkLst>
            <pc:docMk/>
            <pc:sldMk cId="2406803159" sldId="280"/>
            <ac:spMk id="4" creationId="{4CD96EDD-5573-2136-BC68-9B9BEB7EF4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28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9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66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4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84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8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0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80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2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83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679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57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004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91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584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04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E34025A-9A09-466D-BACB-024FF60B39C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7325A-DB06-4D4A-9779-235F1D09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888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D4F2-E453-3C75-C3F3-D4680EC1E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Urban </a:t>
            </a:r>
            <a:r>
              <a:rPr lang="en-IN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ParkiNG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INTELLIGENCE Dashboard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5C963-76BE-9CA4-5068-4C9B67117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1256" y="4539726"/>
            <a:ext cx="3976744" cy="71807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                  BY:</a:t>
            </a:r>
          </a:p>
          <a:p>
            <a:r>
              <a:rPr lang="en-IN" dirty="0"/>
              <a:t>                  MOHITHA.B</a:t>
            </a:r>
          </a:p>
        </p:txBody>
      </p:sp>
    </p:spTree>
    <p:extLst>
      <p:ext uri="{BB962C8B-B14F-4D97-AF65-F5344CB8AC3E}">
        <p14:creationId xmlns:p14="http://schemas.microsoft.com/office/powerpoint/2010/main" val="52626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F54DF-6950-C15F-399F-1E82BD928149}"/>
              </a:ext>
            </a:extLst>
          </p:cNvPr>
          <p:cNvSpPr txBox="1"/>
          <p:nvPr/>
        </p:nvSpPr>
        <p:spPr>
          <a:xfrm>
            <a:off x="162560" y="132080"/>
            <a:ext cx="3769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90A68-D15F-9BF4-A9EE-8B7E4469A6B6}"/>
              </a:ext>
            </a:extLst>
          </p:cNvPr>
          <p:cNvSpPr txBox="1"/>
          <p:nvPr/>
        </p:nvSpPr>
        <p:spPr>
          <a:xfrm>
            <a:off x="406400" y="813763"/>
            <a:ext cx="922528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Urban Parking Analytics Dashboard is designed to </a:t>
            </a:r>
            <a:r>
              <a:rPr lang="en-IN" sz="2000" dirty="0" err="1"/>
              <a:t>analyze</a:t>
            </a:r>
            <a:r>
              <a:rPr lang="en-IN" sz="2000" dirty="0"/>
              <a:t> parking data using Power BI.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It provides a clear view of parking usage, vehicle activity, waiting time, revenue, and customer ratings.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dashboard helps understand parking trends and supports better parking management and data-driven decision-making.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7D0F8-F148-9BCA-A06F-907DE3F47B5D}"/>
              </a:ext>
            </a:extLst>
          </p:cNvPr>
          <p:cNvSpPr txBox="1"/>
          <p:nvPr/>
        </p:nvSpPr>
        <p:spPr>
          <a:xfrm>
            <a:off x="280895" y="3848398"/>
            <a:ext cx="3769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PROBLEM STATEMENT: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E40C0-B466-41AB-2C80-F961906C2EC4}"/>
              </a:ext>
            </a:extLst>
          </p:cNvPr>
          <p:cNvSpPr txBox="1"/>
          <p:nvPr/>
        </p:nvSpPr>
        <p:spPr>
          <a:xfrm>
            <a:off x="675342" y="4750099"/>
            <a:ext cx="7833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the parking  </a:t>
            </a:r>
            <a:r>
              <a:rPr lang="en-IN" sz="2400" dirty="0" err="1"/>
              <a:t>congestion,revenue,waiting</a:t>
            </a:r>
            <a:r>
              <a:rPr lang="en-IN" sz="2400" dirty="0"/>
              <a:t> time and Demand.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2920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89F90-83D6-93C2-F1A8-0B26E66AC899}"/>
              </a:ext>
            </a:extLst>
          </p:cNvPr>
          <p:cNvSpPr txBox="1"/>
          <p:nvPr/>
        </p:nvSpPr>
        <p:spPr>
          <a:xfrm>
            <a:off x="274320" y="314960"/>
            <a:ext cx="346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Tools Used: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327F2-DD82-11E9-EC98-E98BA7992F5A}"/>
              </a:ext>
            </a:extLst>
          </p:cNvPr>
          <p:cNvSpPr txBox="1"/>
          <p:nvPr/>
        </p:nvSpPr>
        <p:spPr>
          <a:xfrm>
            <a:off x="345440" y="838180"/>
            <a:ext cx="8260080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Power BI:</a:t>
            </a:r>
            <a:r>
              <a:rPr lang="en-IN" dirty="0"/>
              <a:t> Used to create the interactive dashboard and visualizations.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Power Query:</a:t>
            </a:r>
            <a:r>
              <a:rPr lang="en-IN" dirty="0"/>
              <a:t> Used to clean, transform, and prepare the parking data.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Microsoft Excel:</a:t>
            </a:r>
            <a:r>
              <a:rPr lang="en-IN" dirty="0"/>
              <a:t> Used to store and organize the raw dataset.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DAX:</a:t>
            </a:r>
            <a:r>
              <a:rPr lang="en-IN" dirty="0"/>
              <a:t> Used to create calculations, measures, and KPIs.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13973-8761-2D39-B9F2-A4AC5E996D6B}"/>
              </a:ext>
            </a:extLst>
          </p:cNvPr>
          <p:cNvSpPr txBox="1"/>
          <p:nvPr/>
        </p:nvSpPr>
        <p:spPr>
          <a:xfrm>
            <a:off x="223520" y="3140028"/>
            <a:ext cx="3566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DATASET OVERVIEW: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70B0E-A24D-26F3-3932-DDAAB8DF5022}"/>
              </a:ext>
            </a:extLst>
          </p:cNvPr>
          <p:cNvSpPr txBox="1"/>
          <p:nvPr/>
        </p:nvSpPr>
        <p:spPr>
          <a:xfrm>
            <a:off x="517563" y="3611302"/>
            <a:ext cx="7650480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dataset contains </a:t>
            </a:r>
            <a:r>
              <a:rPr lang="en-IN" sz="2000" b="1" dirty="0"/>
              <a:t>urban parking information</a:t>
            </a:r>
            <a:r>
              <a:rPr lang="en-IN" sz="2000" dirty="0"/>
              <a:t> such as vehicle details, parking zones, parking lots, entry time, and parking duration.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It also includes </a:t>
            </a:r>
            <a:r>
              <a:rPr lang="en-IN" sz="2000" b="1" dirty="0"/>
              <a:t>parking fees, payment methods, weather conditions, and customer ratings</a:t>
            </a:r>
            <a:r>
              <a:rPr lang="en-IN" sz="2000" dirty="0"/>
              <a:t>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dataset is used to </a:t>
            </a:r>
            <a:r>
              <a:rPr lang="en-IN" sz="2000" dirty="0" err="1"/>
              <a:t>analyze</a:t>
            </a:r>
            <a:r>
              <a:rPr lang="en-IN" sz="2000" dirty="0"/>
              <a:t> </a:t>
            </a:r>
            <a:r>
              <a:rPr lang="en-IN" sz="2000" b="1" dirty="0"/>
              <a:t>parking demand, revenue, vehicle activity, and customer satisfaction</a:t>
            </a:r>
            <a:r>
              <a:rPr lang="en-IN" sz="2000" dirty="0"/>
              <a:t>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9512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EDC73F-88C8-EF1F-7435-E2B65ABEEFAC}"/>
              </a:ext>
            </a:extLst>
          </p:cNvPr>
          <p:cNvSpPr txBox="1"/>
          <p:nvPr/>
        </p:nvSpPr>
        <p:spPr>
          <a:xfrm>
            <a:off x="406400" y="396240"/>
            <a:ext cx="7898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CLEANING AND PROCESSING: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F1661-0BED-8547-8E26-81659EDA1575}"/>
              </a:ext>
            </a:extLst>
          </p:cNvPr>
          <p:cNvSpPr txBox="1"/>
          <p:nvPr/>
        </p:nvSpPr>
        <p:spPr>
          <a:xfrm>
            <a:off x="670560" y="1625600"/>
            <a:ext cx="70510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Data Collection.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Removing Duplicates 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Handling Missing Values.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Correcting Data Types.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Removing Unnecessary Data.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Data Validation.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dirty="0"/>
              <a:t>Loading into Power BI. </a:t>
            </a:r>
          </a:p>
        </p:txBody>
      </p:sp>
    </p:spTree>
    <p:extLst>
      <p:ext uri="{BB962C8B-B14F-4D97-AF65-F5344CB8AC3E}">
        <p14:creationId xmlns:p14="http://schemas.microsoft.com/office/powerpoint/2010/main" val="36161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81FD6F-CE16-0E32-5977-8DD8F713E03B}"/>
              </a:ext>
            </a:extLst>
          </p:cNvPr>
          <p:cNvSpPr txBox="1"/>
          <p:nvPr/>
        </p:nvSpPr>
        <p:spPr>
          <a:xfrm>
            <a:off x="580913" y="1172584"/>
            <a:ext cx="8560397" cy="3882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dirty="0"/>
              <a:t>I used a </a:t>
            </a:r>
            <a:r>
              <a:rPr lang="en-IN" b="1" dirty="0"/>
              <a:t>Star Schema</a:t>
            </a:r>
            <a:r>
              <a:rPr lang="en-IN" dirty="0"/>
              <a:t> in my project to organize the data in Power BI.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Fact Table</a:t>
            </a:r>
            <a:r>
              <a:rPr lang="en-IN" dirty="0"/>
              <a:t> – Stores the main parking transaction data.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Dimension Tables</a:t>
            </a:r>
            <a:r>
              <a:rPr lang="en-IN" dirty="0"/>
              <a:t> – Store details like </a:t>
            </a:r>
            <a:r>
              <a:rPr lang="en-IN" b="1" dirty="0"/>
              <a:t>Date, Vehicle,</a:t>
            </a:r>
          </a:p>
          <a:p>
            <a:pPr lvl="0">
              <a:lnSpc>
                <a:spcPct val="200000"/>
              </a:lnSpc>
            </a:pPr>
            <a:r>
              <a:rPr lang="en-IN" b="1" dirty="0"/>
              <a:t>Location, and Customer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Fact Table is in the </a:t>
            </a:r>
            <a:r>
              <a:rPr lang="en-IN" b="1" dirty="0" err="1"/>
              <a:t>center</a:t>
            </a:r>
            <a:r>
              <a:rPr lang="en-IN" dirty="0"/>
              <a:t> and the Dimension Tables</a:t>
            </a:r>
          </a:p>
          <a:p>
            <a:pPr lvl="0">
              <a:lnSpc>
                <a:spcPct val="200000"/>
              </a:lnSpc>
            </a:pPr>
            <a:r>
              <a:rPr lang="en-IN" dirty="0"/>
              <a:t> are connected to it.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This helps to </a:t>
            </a:r>
            <a:r>
              <a:rPr lang="en-IN" b="1" dirty="0" err="1"/>
              <a:t>analyze</a:t>
            </a:r>
            <a:r>
              <a:rPr lang="en-IN" b="1" dirty="0"/>
              <a:t> the data easily and create dashboards</a:t>
            </a:r>
            <a:r>
              <a:rPr lang="en-IN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CF7FC-C3E9-DA4B-AE47-B1B7C7DA5B6E}"/>
              </a:ext>
            </a:extLst>
          </p:cNvPr>
          <p:cNvSpPr txBox="1"/>
          <p:nvPr/>
        </p:nvSpPr>
        <p:spPr>
          <a:xfrm>
            <a:off x="527125" y="387275"/>
            <a:ext cx="662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STAR SCHEMA: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57213-4B8C-B98E-7378-04E4D774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072" y="1894719"/>
            <a:ext cx="4447856" cy="267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5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22986D-DA75-158E-E261-9949EFB0409C}"/>
              </a:ext>
            </a:extLst>
          </p:cNvPr>
          <p:cNvSpPr txBox="1"/>
          <p:nvPr/>
        </p:nvSpPr>
        <p:spPr>
          <a:xfrm>
            <a:off x="548640" y="441064"/>
            <a:ext cx="3410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OVERVIEW KPI’S: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BCC6F-D8AA-15CE-9242-061F96C30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9172"/>
            <a:ext cx="3679115" cy="1051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D56510-0860-15E8-5BFD-306610C8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013" y="1441224"/>
            <a:ext cx="3090773" cy="1051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A63997-DB8F-50E5-662C-6FCEB5D7E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45" y="1441224"/>
            <a:ext cx="2750211" cy="10446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152FBE-205D-A8F9-C7D0-5888DB42C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083" y="3546127"/>
            <a:ext cx="3138214" cy="10990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807808-6353-5D17-559E-E2C0AA9E0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281" y="3546127"/>
            <a:ext cx="2966487" cy="107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8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7B3715-970D-BBB8-908A-678FF5C96C08}"/>
              </a:ext>
            </a:extLst>
          </p:cNvPr>
          <p:cNvSpPr txBox="1"/>
          <p:nvPr/>
        </p:nvSpPr>
        <p:spPr>
          <a:xfrm>
            <a:off x="365759" y="344245"/>
            <a:ext cx="9004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   MONTHLY TREND: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2DE62-BFDF-541A-937C-7C44FACB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559" y="1565596"/>
            <a:ext cx="4505365" cy="30494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B4AA96-CD75-EBEB-5114-FF817BA74281}"/>
              </a:ext>
            </a:extLst>
          </p:cNvPr>
          <p:cNvSpPr txBox="1"/>
          <p:nvPr/>
        </p:nvSpPr>
        <p:spPr>
          <a:xfrm>
            <a:off x="365758" y="1041749"/>
            <a:ext cx="6325497" cy="418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X-axis:</a:t>
            </a:r>
            <a:r>
              <a:rPr lang="en-IN" sz="2000" dirty="0"/>
              <a:t> Months from </a:t>
            </a:r>
            <a:r>
              <a:rPr lang="en-IN" sz="2000" b="1" dirty="0"/>
              <a:t>January to December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Y-axis:</a:t>
            </a:r>
            <a:r>
              <a:rPr lang="en-IN" sz="2000" dirty="0"/>
              <a:t> Monthly value, ranging from approximately </a:t>
            </a:r>
            <a:r>
              <a:rPr lang="en-IN" sz="2000" b="1" dirty="0"/>
              <a:t>900K to 1,100K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value is highest in </a:t>
            </a:r>
            <a:r>
              <a:rPr lang="en-IN" sz="2000" b="1" dirty="0"/>
              <a:t>January (1,045K)</a:t>
            </a:r>
            <a:r>
              <a:rPr lang="en-IN" sz="2000" dirty="0"/>
              <a:t> and reaches another high in </a:t>
            </a:r>
            <a:r>
              <a:rPr lang="en-IN" sz="2000" b="1" dirty="0"/>
              <a:t>March (1,039K)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lowest value is in </a:t>
            </a:r>
            <a:r>
              <a:rPr lang="en-IN" sz="2000" b="1" dirty="0"/>
              <a:t>April (919K)</a:t>
            </a:r>
            <a:r>
              <a:rPr lang="en-IN" sz="2000" dirty="0"/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After April, the trend generally increases and reaches </a:t>
            </a:r>
            <a:r>
              <a:rPr lang="en-IN" sz="2000" b="1" dirty="0"/>
              <a:t>1,008K in November</a:t>
            </a:r>
            <a:r>
              <a:rPr lang="en-IN" sz="2000" dirty="0"/>
              <a:t>, before decreasing to </a:t>
            </a:r>
            <a:r>
              <a:rPr lang="en-IN" sz="2000" b="1" dirty="0"/>
              <a:t>954K in December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347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17C57E-8F22-CD37-EAA4-D9CE79C13FF5}"/>
              </a:ext>
            </a:extLst>
          </p:cNvPr>
          <p:cNvSpPr txBox="1"/>
          <p:nvPr/>
        </p:nvSpPr>
        <p:spPr>
          <a:xfrm>
            <a:off x="1347394" y="372801"/>
            <a:ext cx="7925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DEMAND IN WEEKDAYS &amp; WEEKEND: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858F9-BA4E-3B2C-6D4E-D8F0B490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532" y="1860443"/>
            <a:ext cx="4832944" cy="3073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6113E9-A854-1BE2-2830-28B9A004E316}"/>
              </a:ext>
            </a:extLst>
          </p:cNvPr>
          <p:cNvSpPr txBox="1"/>
          <p:nvPr/>
        </p:nvSpPr>
        <p:spPr>
          <a:xfrm>
            <a:off x="648149" y="1157383"/>
            <a:ext cx="6094206" cy="5008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/>
              <a:t>Categories:</a:t>
            </a:r>
            <a:r>
              <a:rPr lang="en-IN" sz="2400" dirty="0"/>
              <a:t> Weekday and Weekend.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/>
              <a:t>Values:</a:t>
            </a:r>
            <a:r>
              <a:rPr lang="en-IN" sz="2400" dirty="0"/>
              <a:t> Weekday demand is </a:t>
            </a:r>
            <a:r>
              <a:rPr lang="en-IN" sz="2400" b="1" dirty="0"/>
              <a:t>71.99K (71.99%)</a:t>
            </a:r>
            <a:r>
              <a:rPr lang="en-IN" sz="2400" dirty="0"/>
              <a:t>, while Weekend demand is </a:t>
            </a:r>
            <a:r>
              <a:rPr lang="en-IN" sz="2400" b="1" dirty="0"/>
              <a:t>28.01K (28.01%)</a:t>
            </a:r>
            <a:r>
              <a:rPr lang="en-IN" sz="2400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/>
              <a:t>Total Demand:</a:t>
            </a:r>
            <a:r>
              <a:rPr lang="en-IN" sz="2400" dirty="0"/>
              <a:t> The chart shows a total demand of approximately </a:t>
            </a:r>
            <a:r>
              <a:rPr lang="en-IN" sz="2400" b="1" dirty="0"/>
              <a:t>100K</a:t>
            </a:r>
            <a:r>
              <a:rPr lang="en-IN" sz="2400" dirty="0"/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The chart indicates that demand is </a:t>
            </a:r>
            <a:r>
              <a:rPr lang="en-IN" sz="2400" b="1" dirty="0"/>
              <a:t>higher on weekdays</a:t>
            </a:r>
            <a:r>
              <a:rPr lang="en-IN" sz="2400" dirty="0"/>
              <a:t> compared with weekends. </a:t>
            </a:r>
          </a:p>
        </p:txBody>
      </p:sp>
    </p:spTree>
    <p:extLst>
      <p:ext uri="{BB962C8B-B14F-4D97-AF65-F5344CB8AC3E}">
        <p14:creationId xmlns:p14="http://schemas.microsoft.com/office/powerpoint/2010/main" val="2195833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497AD-791F-CC66-E554-1AA1D22FEC19}"/>
              </a:ext>
            </a:extLst>
          </p:cNvPr>
          <p:cNvSpPr txBox="1"/>
          <p:nvPr/>
        </p:nvSpPr>
        <p:spPr>
          <a:xfrm>
            <a:off x="279699" y="441064"/>
            <a:ext cx="9197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  MOST DEMAND TIME: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153B9-A82F-430A-C7AF-CF693F3B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334" y="1472724"/>
            <a:ext cx="3750848" cy="31315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84E329-E2D3-BD58-7595-AA9A78BB0841}"/>
              </a:ext>
            </a:extLst>
          </p:cNvPr>
          <p:cNvSpPr txBox="1"/>
          <p:nvPr/>
        </p:nvSpPr>
        <p:spPr>
          <a:xfrm>
            <a:off x="884818" y="881638"/>
            <a:ext cx="6094206" cy="553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the time of day, while the </a:t>
            </a:r>
            <a:r>
              <a:rPr lang="en-IN" sz="2000" b="1" dirty="0"/>
              <a:t>Y-axis</a:t>
            </a:r>
            <a:r>
              <a:rPr lang="en-IN" sz="2000" dirty="0"/>
              <a:t> represents the count of ride requests.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chart shows that demand is consistently high, with all times recording more than </a:t>
            </a:r>
            <a:r>
              <a:rPr lang="en-IN" sz="2000" b="1" dirty="0"/>
              <a:t>10K requests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highest demand occurs around </a:t>
            </a:r>
            <a:r>
              <a:rPr lang="en-IN" sz="2000" b="1" dirty="0"/>
              <a:t>15:36:00</a:t>
            </a:r>
            <a:r>
              <a:rPr lang="en-IN" sz="2000" dirty="0"/>
              <a:t>, while the other times have very similar demand levels.</a:t>
            </a:r>
          </a:p>
        </p:txBody>
      </p:sp>
    </p:spTree>
    <p:extLst>
      <p:ext uri="{BB962C8B-B14F-4D97-AF65-F5344CB8AC3E}">
        <p14:creationId xmlns:p14="http://schemas.microsoft.com/office/powerpoint/2010/main" val="383853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C87C4-DE87-2C60-8EA2-9F6262D98BCF}"/>
              </a:ext>
            </a:extLst>
          </p:cNvPr>
          <p:cNvSpPr txBox="1"/>
          <p:nvPr/>
        </p:nvSpPr>
        <p:spPr>
          <a:xfrm>
            <a:off x="634701" y="258183"/>
            <a:ext cx="9047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PARKING STATUS: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FBA91-5A5B-2E72-308A-9DEC873B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94" y="1549009"/>
            <a:ext cx="4456278" cy="2861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D0D5EA-196A-508C-8A98-893AACAA94F3}"/>
              </a:ext>
            </a:extLst>
          </p:cNvPr>
          <p:cNvSpPr txBox="1"/>
          <p:nvPr/>
        </p:nvSpPr>
        <p:spPr>
          <a:xfrm>
            <a:off x="634701" y="1030991"/>
            <a:ext cx="6094206" cy="5573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shows the parking status as </a:t>
            </a:r>
            <a:r>
              <a:rPr lang="en-IN" sz="2000" b="1" dirty="0"/>
              <a:t>Walk-in</a:t>
            </a:r>
            <a:r>
              <a:rPr lang="en-IN" sz="2000" dirty="0"/>
              <a:t> and </a:t>
            </a:r>
            <a:r>
              <a:rPr lang="en-IN" sz="2000" b="1" dirty="0"/>
              <a:t>Reserved</a:t>
            </a:r>
            <a:r>
              <a:rPr lang="en-IN" sz="2000" dirty="0"/>
              <a:t>, while the </a:t>
            </a:r>
            <a:r>
              <a:rPr lang="en-IN" sz="2000" b="1" dirty="0"/>
              <a:t>Y-axis</a:t>
            </a:r>
            <a:r>
              <a:rPr lang="en-IN" sz="2000" dirty="0"/>
              <a:t> represents the </a:t>
            </a:r>
            <a:r>
              <a:rPr lang="en-IN" sz="2000" b="1" dirty="0"/>
              <a:t>sum of total parking spaces</a:t>
            </a:r>
            <a:r>
              <a:rPr lang="en-IN" sz="2000" dirty="0"/>
              <a:t> in millions (M).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chart shows that </a:t>
            </a:r>
            <a:r>
              <a:rPr lang="en-IN" sz="2000" b="1" dirty="0"/>
              <a:t>Walk-in parking has significantly more spaces</a:t>
            </a:r>
            <a:r>
              <a:rPr lang="en-IN" sz="2000" dirty="0"/>
              <a:t> than Reserved parking, with Walk-in reaching about </a:t>
            </a:r>
            <a:r>
              <a:rPr lang="en-IN" sz="2000" b="1" dirty="0"/>
              <a:t>32M spaces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parking spaces are divided among different zones, including </a:t>
            </a:r>
            <a:r>
              <a:rPr lang="en-IN" sz="2000" b="1" dirty="0"/>
              <a:t>Airport, Central, Downtown, East, IT Corridor, North, South, and West Zones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644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37F3C-7EDF-F025-E4C2-F294043655AF}"/>
              </a:ext>
            </a:extLst>
          </p:cNvPr>
          <p:cNvSpPr txBox="1"/>
          <p:nvPr/>
        </p:nvSpPr>
        <p:spPr>
          <a:xfrm>
            <a:off x="365759" y="441064"/>
            <a:ext cx="10015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HIGHEST CROWDED ZONE: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98F9-049D-EE42-70FA-A6554CFF6894}"/>
              </a:ext>
            </a:extLst>
          </p:cNvPr>
          <p:cNvSpPr txBox="1"/>
          <p:nvPr/>
        </p:nvSpPr>
        <p:spPr>
          <a:xfrm>
            <a:off x="239358" y="1392700"/>
            <a:ext cx="6094206" cy="553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the </a:t>
            </a:r>
            <a:r>
              <a:rPr lang="en-IN" sz="2000" b="1" dirty="0"/>
              <a:t>Count of </a:t>
            </a:r>
            <a:r>
              <a:rPr lang="en-IN" sz="2000" b="1" dirty="0" err="1"/>
              <a:t>Parking_ID</a:t>
            </a:r>
            <a:r>
              <a:rPr lang="en-IN" sz="2000" dirty="0"/>
              <a:t>, while the </a:t>
            </a:r>
            <a:r>
              <a:rPr lang="en-IN" sz="2000" b="1" dirty="0"/>
              <a:t>Y-axis</a:t>
            </a:r>
            <a:r>
              <a:rPr lang="en-IN" sz="2000" dirty="0"/>
              <a:t> shows different parking zones.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West Zone</a:t>
            </a:r>
            <a:r>
              <a:rPr lang="en-IN" sz="2000" dirty="0"/>
              <a:t> has the highest crowding with </a:t>
            </a:r>
            <a:r>
              <a:rPr lang="en-IN" sz="2000" b="1" dirty="0"/>
              <a:t>12.5K</a:t>
            </a:r>
            <a:r>
              <a:rPr lang="en-IN" sz="2000" dirty="0"/>
              <a:t> parking requests, followed by the </a:t>
            </a:r>
            <a:r>
              <a:rPr lang="en-IN" sz="2000" b="1" dirty="0"/>
              <a:t>North Zone (12.4K)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South Zone</a:t>
            </a:r>
            <a:r>
              <a:rPr lang="en-IN" sz="2000" dirty="0"/>
              <a:t> has the lowest among the three, with approximately </a:t>
            </a:r>
            <a:r>
              <a:rPr lang="en-IN" sz="2000" b="1" dirty="0"/>
              <a:t>12.3K</a:t>
            </a:r>
            <a:r>
              <a:rPr lang="en-IN" sz="2000" dirty="0"/>
              <a:t> parking requests.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9BB5D5-4C09-00ED-6179-23E212E0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991" y="1610878"/>
            <a:ext cx="4009812" cy="30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48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94B11-3E87-6ECA-E452-BB27CD2BCD3A}"/>
              </a:ext>
            </a:extLst>
          </p:cNvPr>
          <p:cNvSpPr txBox="1"/>
          <p:nvPr/>
        </p:nvSpPr>
        <p:spPr>
          <a:xfrm>
            <a:off x="2669571" y="169434"/>
            <a:ext cx="7344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AVERAGE PARKING TIME: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24CFA-BFF7-650F-142C-667C3B3C0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234" y="1405350"/>
            <a:ext cx="3789522" cy="2994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89D24F-1D82-DCCD-5BE7-2B03E99F9683}"/>
              </a:ext>
            </a:extLst>
          </p:cNvPr>
          <p:cNvSpPr txBox="1"/>
          <p:nvPr/>
        </p:nvSpPr>
        <p:spPr>
          <a:xfrm>
            <a:off x="689244" y="692654"/>
            <a:ext cx="6094206" cy="6150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pie chart</a:t>
            </a:r>
            <a:r>
              <a:rPr lang="en-IN" sz="2000" dirty="0"/>
              <a:t> shows the </a:t>
            </a:r>
            <a:r>
              <a:rPr lang="en-IN" sz="2000" b="1" dirty="0"/>
              <a:t>average parking time</a:t>
            </a:r>
            <a:r>
              <a:rPr lang="en-IN" sz="2000" dirty="0"/>
              <a:t> for different parking locations (PLO04, PLO02, PLO06, PLO05, PLO08, PLO07, PLO03, and PLO01).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Each location contributes almost equally, with average parking times ranging from about </a:t>
            </a:r>
            <a:r>
              <a:rPr lang="en-IN" sz="2000" b="1" dirty="0"/>
              <a:t>137.6 to 145.4 minutes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highest average parking time is approximately </a:t>
            </a:r>
            <a:r>
              <a:rPr lang="en-IN" sz="2000" b="1" dirty="0"/>
              <a:t>145.4 minutes (12.75%)</a:t>
            </a:r>
            <a:r>
              <a:rPr lang="en-IN" sz="2000" dirty="0"/>
              <a:t>, while the lowest is about </a:t>
            </a:r>
            <a:r>
              <a:rPr lang="en-IN" sz="2000" b="1" dirty="0"/>
              <a:t>137.6 minutes (12.07%)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7294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549F3-C171-E29E-9BEC-2F59E8604120}"/>
              </a:ext>
            </a:extLst>
          </p:cNvPr>
          <p:cNvSpPr txBox="1"/>
          <p:nvPr/>
        </p:nvSpPr>
        <p:spPr>
          <a:xfrm>
            <a:off x="497840" y="447040"/>
            <a:ext cx="660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CUSTOMER &amp; REVENUE KPI’S: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22D51-6181-FC11-BFA5-8ADF7E12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66" y="1309969"/>
            <a:ext cx="3194416" cy="10341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2B4E6-6D12-CB7F-5AE9-53FC68868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335" y="1328255"/>
            <a:ext cx="2534834" cy="973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4A7519-60A9-371A-ACC2-FC3F2EC60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620" y="1291398"/>
            <a:ext cx="2433531" cy="9943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5434BE-EFD0-D42A-FA44-421C7AF02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8174" y="3248339"/>
            <a:ext cx="2967318" cy="10818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6AECA4-AE04-FB74-2182-DDA824D74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510" y="3263668"/>
            <a:ext cx="3090773" cy="10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1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613FE-BAA7-E23F-27F5-B05B6F435376}"/>
              </a:ext>
            </a:extLst>
          </p:cNvPr>
          <p:cNvSpPr txBox="1"/>
          <p:nvPr/>
        </p:nvSpPr>
        <p:spPr>
          <a:xfrm>
            <a:off x="233680" y="396240"/>
            <a:ext cx="9512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CUSTOMER SATISFACTION BY TREND: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BDCDE-F028-3206-A1E6-FB4742CE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189" y="1401904"/>
            <a:ext cx="4016088" cy="2911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186E78-39DF-0103-39C1-53A91F71CB53}"/>
              </a:ext>
            </a:extLst>
          </p:cNvPr>
          <p:cNvSpPr txBox="1"/>
          <p:nvPr/>
        </p:nvSpPr>
        <p:spPr>
          <a:xfrm>
            <a:off x="946723" y="1203113"/>
            <a:ext cx="6094206" cy="418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the months from </a:t>
            </a:r>
            <a:r>
              <a:rPr lang="en-IN" sz="2000" b="1" dirty="0"/>
              <a:t>January to December</a:t>
            </a:r>
            <a:r>
              <a:rPr lang="en-IN" sz="2000" dirty="0"/>
              <a:t>, while the </a:t>
            </a:r>
            <a:r>
              <a:rPr lang="en-IN" sz="2000" b="1" dirty="0"/>
              <a:t>Y-axis</a:t>
            </a:r>
            <a:r>
              <a:rPr lang="en-IN" sz="2000" dirty="0"/>
              <a:t> shows the </a:t>
            </a:r>
            <a:r>
              <a:rPr lang="en-IN" sz="2000" b="1" dirty="0"/>
              <a:t>average customer rating.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Customer satisfaction reaches its </a:t>
            </a:r>
            <a:r>
              <a:rPr lang="en-IN" sz="2000" b="1" dirty="0"/>
              <a:t>highest point in May</a:t>
            </a:r>
            <a:r>
              <a:rPr lang="en-IN" sz="2000" dirty="0"/>
              <a:t>, at approximately </a:t>
            </a:r>
            <a:r>
              <a:rPr lang="en-IN" sz="2000" b="1" dirty="0"/>
              <a:t>4.11</a:t>
            </a:r>
            <a:r>
              <a:rPr lang="en-IN" sz="2000" dirty="0"/>
              <a:t>, and its lowest point in </a:t>
            </a:r>
            <a:r>
              <a:rPr lang="en-IN" sz="2000" b="1" dirty="0"/>
              <a:t>June</a:t>
            </a:r>
            <a:r>
              <a:rPr lang="en-IN" sz="2000" dirty="0"/>
              <a:t>, at around </a:t>
            </a:r>
            <a:r>
              <a:rPr lang="en-IN" sz="2000" b="1" dirty="0"/>
              <a:t>4.05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Overall, customer satisfaction remains </a:t>
            </a:r>
            <a:r>
              <a:rPr lang="en-IN" sz="2000" b="1" dirty="0"/>
              <a:t>consistently high throughout the year</a:t>
            </a:r>
            <a:r>
              <a:rPr lang="en-IN" sz="2000" dirty="0"/>
              <a:t>, with some fluctuations between months.</a:t>
            </a:r>
          </a:p>
        </p:txBody>
      </p:sp>
    </p:spTree>
    <p:extLst>
      <p:ext uri="{BB962C8B-B14F-4D97-AF65-F5344CB8AC3E}">
        <p14:creationId xmlns:p14="http://schemas.microsoft.com/office/powerpoint/2010/main" val="308852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BA5D5-206E-A25B-D0C4-4F2A9C6A0949}"/>
              </a:ext>
            </a:extLst>
          </p:cNvPr>
          <p:cNvSpPr txBox="1"/>
          <p:nvPr/>
        </p:nvSpPr>
        <p:spPr>
          <a:xfrm>
            <a:off x="3348318" y="179453"/>
            <a:ext cx="6094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CUSTOMER RATING: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FD5CF-3550-6E23-640E-F77E1FEF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769" y="1299794"/>
            <a:ext cx="3962743" cy="3100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262004-67E0-DBE7-EEE3-AACD85FFFF0A}"/>
              </a:ext>
            </a:extLst>
          </p:cNvPr>
          <p:cNvSpPr txBox="1"/>
          <p:nvPr/>
        </p:nvSpPr>
        <p:spPr>
          <a:xfrm>
            <a:off x="899523" y="768734"/>
            <a:ext cx="6094206" cy="5112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doughnut chart</a:t>
            </a:r>
            <a:r>
              <a:rPr lang="en-IN" sz="2000" dirty="0"/>
              <a:t> shows the </a:t>
            </a:r>
            <a:r>
              <a:rPr lang="en-IN" sz="2000" b="1" dirty="0"/>
              <a:t>customer rating across different parking zones</a:t>
            </a:r>
            <a:r>
              <a:rPr lang="en-IN" sz="2000" dirty="0"/>
              <a:t>, with an overall average rating of </a:t>
            </a:r>
            <a:r>
              <a:rPr lang="en-IN" sz="2000" b="1" dirty="0"/>
              <a:t>4.07</a:t>
            </a:r>
            <a:r>
              <a:rPr lang="en-IN" sz="2000" dirty="0"/>
              <a:t> displayed in the </a:t>
            </a:r>
            <a:r>
              <a:rPr lang="en-IN" sz="2000" dirty="0" err="1"/>
              <a:t>center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ratings for the zones are very similar, ranging from approximately </a:t>
            </a:r>
            <a:r>
              <a:rPr lang="en-IN" sz="2000" b="1" dirty="0"/>
              <a:t>4.05 to 4.11</a:t>
            </a:r>
            <a:r>
              <a:rPr lang="en-IN" sz="2000" dirty="0"/>
              <a:t>, indicating consistently high customer satisfaction.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highest rating is 4.11</a:t>
            </a:r>
            <a:r>
              <a:rPr lang="en-IN" sz="2000" dirty="0"/>
              <a:t>, while the </a:t>
            </a:r>
            <a:r>
              <a:rPr lang="en-IN" sz="2000" b="1" dirty="0"/>
              <a:t>lowest rating is 4.05</a:t>
            </a:r>
            <a:r>
              <a:rPr lang="en-IN" sz="2000" dirty="0"/>
              <a:t>, showing only a small variation between zones.</a:t>
            </a:r>
          </a:p>
        </p:txBody>
      </p:sp>
    </p:spTree>
    <p:extLst>
      <p:ext uri="{BB962C8B-B14F-4D97-AF65-F5344CB8AC3E}">
        <p14:creationId xmlns:p14="http://schemas.microsoft.com/office/powerpoint/2010/main" val="3105277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F2634-262C-2850-A985-AB121EEA10AF}"/>
              </a:ext>
            </a:extLst>
          </p:cNvPr>
          <p:cNvSpPr txBox="1"/>
          <p:nvPr/>
        </p:nvSpPr>
        <p:spPr>
          <a:xfrm>
            <a:off x="284479" y="447040"/>
            <a:ext cx="8999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HIGHEST REVENUE AREA: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560D2-05EC-52A3-3AF7-D04C5803F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383" y="1426865"/>
            <a:ext cx="3909399" cy="3349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980ED4-C936-EE31-3AE5-B72BCB939BB6}"/>
              </a:ext>
            </a:extLst>
          </p:cNvPr>
          <p:cNvSpPr txBox="1"/>
          <p:nvPr/>
        </p:nvSpPr>
        <p:spPr>
          <a:xfrm>
            <a:off x="981636" y="1278417"/>
            <a:ext cx="6094206" cy="418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different revenue areas, while the </a:t>
            </a:r>
            <a:r>
              <a:rPr lang="en-IN" sz="2000" b="1" dirty="0"/>
              <a:t>Y-axis</a:t>
            </a:r>
            <a:r>
              <a:rPr lang="en-IN" sz="2000" dirty="0"/>
              <a:t> shows the </a:t>
            </a:r>
            <a:r>
              <a:rPr lang="en-IN" sz="2000" b="1" dirty="0"/>
              <a:t>sum of total revenue</a:t>
            </a:r>
            <a:r>
              <a:rPr lang="en-IN" sz="2000" dirty="0"/>
              <a:t> in millions (M).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Airport Zone</a:t>
            </a:r>
            <a:r>
              <a:rPr lang="en-IN" sz="2000" dirty="0"/>
              <a:t> generates the highest revenue at approximately </a:t>
            </a:r>
            <a:r>
              <a:rPr lang="en-IN" sz="2000" b="1" dirty="0"/>
              <a:t>1.9M</a:t>
            </a:r>
            <a:r>
              <a:rPr lang="en-IN" sz="2000" dirty="0"/>
              <a:t>, followed by the </a:t>
            </a:r>
            <a:r>
              <a:rPr lang="en-IN" sz="2000" b="1" dirty="0"/>
              <a:t>IT Corridor</a:t>
            </a:r>
            <a:r>
              <a:rPr lang="en-IN" sz="2000" dirty="0"/>
              <a:t> at around </a:t>
            </a:r>
            <a:r>
              <a:rPr lang="en-IN" sz="2000" b="1" dirty="0"/>
              <a:t>1.7M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South Zone</a:t>
            </a:r>
            <a:r>
              <a:rPr lang="en-IN" sz="2000" dirty="0"/>
              <a:t> has the lowest revenue at about </a:t>
            </a:r>
            <a:r>
              <a:rPr lang="en-IN" sz="2000" b="1" dirty="0"/>
              <a:t>1.0M</a:t>
            </a:r>
            <a:r>
              <a:rPr lang="en-IN" sz="2000" dirty="0"/>
              <a:t>, showing that revenue varies across the different zones.</a:t>
            </a:r>
          </a:p>
        </p:txBody>
      </p:sp>
    </p:spTree>
    <p:extLst>
      <p:ext uri="{BB962C8B-B14F-4D97-AF65-F5344CB8AC3E}">
        <p14:creationId xmlns:p14="http://schemas.microsoft.com/office/powerpoint/2010/main" val="1069679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677F24-B29F-1056-DA8E-20DDE2D44C4E}"/>
              </a:ext>
            </a:extLst>
          </p:cNvPr>
          <p:cNvSpPr txBox="1"/>
          <p:nvPr/>
        </p:nvSpPr>
        <p:spPr>
          <a:xfrm>
            <a:off x="1600648" y="395784"/>
            <a:ext cx="8990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PARKING VOLUME BY PAYMENT METHOD: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98F3D-DF8F-4C58-7C76-F3EC246E8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749" y="1554318"/>
            <a:ext cx="4206605" cy="3028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038A1C-1940-095B-03B9-103F4E0CA930}"/>
              </a:ext>
            </a:extLst>
          </p:cNvPr>
          <p:cNvSpPr txBox="1"/>
          <p:nvPr/>
        </p:nvSpPr>
        <p:spPr>
          <a:xfrm>
            <a:off x="754646" y="1120676"/>
            <a:ext cx="6094206" cy="46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pie chart</a:t>
            </a:r>
            <a:r>
              <a:rPr lang="en-IN" sz="2000" dirty="0"/>
              <a:t> shows the parking volume by different payment methods, with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UPI</a:t>
            </a:r>
            <a:r>
              <a:rPr lang="en-IN" sz="2000" dirty="0"/>
              <a:t> having the highest volume at </a:t>
            </a:r>
            <a:r>
              <a:rPr lang="en-IN" sz="2000" b="1" dirty="0"/>
              <a:t>4.76M (40.52%)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Card</a:t>
            </a:r>
            <a:r>
              <a:rPr lang="en-IN" sz="2000" dirty="0"/>
              <a:t> accounts for </a:t>
            </a:r>
            <a:r>
              <a:rPr lang="en-IN" sz="2000" b="1" dirty="0"/>
              <a:t>3.54M (30.14%)</a:t>
            </a:r>
            <a:r>
              <a:rPr lang="en-IN" sz="2000" dirty="0"/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 </a:t>
            </a:r>
            <a:r>
              <a:rPr lang="en-IN" sz="2000" b="1" dirty="0"/>
              <a:t>Mobile App</a:t>
            </a:r>
            <a:r>
              <a:rPr lang="en-IN" sz="2000" dirty="0"/>
              <a:t> contributes </a:t>
            </a:r>
            <a:r>
              <a:rPr lang="en-IN" sz="2000" b="1" dirty="0"/>
              <a:t>1.95M (16.58%)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Cash</a:t>
            </a:r>
            <a:r>
              <a:rPr lang="en-IN" sz="2000" dirty="0"/>
              <a:t> has the lowest parking volume at </a:t>
            </a:r>
            <a:r>
              <a:rPr lang="en-IN" sz="2000" b="1" dirty="0"/>
              <a:t>1.5M (12.75%).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That digital payments are more commonly used.</a:t>
            </a:r>
          </a:p>
        </p:txBody>
      </p:sp>
    </p:spTree>
    <p:extLst>
      <p:ext uri="{BB962C8B-B14F-4D97-AF65-F5344CB8AC3E}">
        <p14:creationId xmlns:p14="http://schemas.microsoft.com/office/powerpoint/2010/main" val="1851379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CF5C6-74B2-A3FF-AB40-DFA144C64277}"/>
              </a:ext>
            </a:extLst>
          </p:cNvPr>
          <p:cNvSpPr txBox="1"/>
          <p:nvPr/>
        </p:nvSpPr>
        <p:spPr>
          <a:xfrm>
            <a:off x="304800" y="335280"/>
            <a:ext cx="4378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VEHICLE ANALYSIS KPI’S: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90EA5-3029-14F7-3BA3-0D154085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20" y="3399880"/>
            <a:ext cx="3892102" cy="1116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5CACFF-BEC5-1806-6918-AFAFA7F0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99879"/>
            <a:ext cx="3850687" cy="11168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ACCDDE-1BEE-6B3A-DF52-A557FC470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282" y="1290080"/>
            <a:ext cx="3679115" cy="10511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973232-5270-9B26-04B5-1E908B31A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950" y="1290080"/>
            <a:ext cx="3510969" cy="10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41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2B00A8-E8AF-5E7A-870A-F51ADE16F543}"/>
              </a:ext>
            </a:extLst>
          </p:cNvPr>
          <p:cNvSpPr txBox="1"/>
          <p:nvPr/>
        </p:nvSpPr>
        <p:spPr>
          <a:xfrm>
            <a:off x="3455523" y="341688"/>
            <a:ext cx="581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HIGH REVENUE VEHICLE: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1026A-C4A6-CFA7-0321-91ECB5066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489" y="1598333"/>
            <a:ext cx="5280954" cy="3231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7F735A-A3BB-2B72-8C37-0500051E969D}"/>
              </a:ext>
            </a:extLst>
          </p:cNvPr>
          <p:cNvSpPr txBox="1"/>
          <p:nvPr/>
        </p:nvSpPr>
        <p:spPr>
          <a:xfrm>
            <a:off x="815046" y="1127809"/>
            <a:ext cx="6094206" cy="46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different vehicle types—</a:t>
            </a:r>
            <a:r>
              <a:rPr lang="en-IN" sz="2000" b="1" dirty="0"/>
              <a:t>Car, EV, SUV, Bike, and Van</a:t>
            </a:r>
            <a:r>
              <a:rPr lang="en-IN" sz="2000" dirty="0"/>
              <a:t>—while the </a:t>
            </a:r>
            <a:r>
              <a:rPr lang="en-IN" sz="2000" b="1" dirty="0"/>
              <a:t>Y-axis</a:t>
            </a:r>
            <a:r>
              <a:rPr lang="en-IN" sz="2000" dirty="0"/>
              <a:t> shows the </a:t>
            </a:r>
            <a:r>
              <a:rPr lang="en-IN" sz="2000" b="1" dirty="0"/>
              <a:t>sum of total revenue</a:t>
            </a:r>
            <a:r>
              <a:rPr lang="en-IN" sz="2000" dirty="0"/>
              <a:t> in millions (M).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Cars and EVs</a:t>
            </a:r>
            <a:r>
              <a:rPr lang="en-IN" sz="2000" dirty="0"/>
              <a:t> generate the highest revenue at around </a:t>
            </a:r>
            <a:r>
              <a:rPr lang="en-IN" sz="2000" b="1" dirty="0"/>
              <a:t>3.8M</a:t>
            </a:r>
            <a:r>
              <a:rPr lang="en-IN" sz="2000" dirty="0"/>
              <a:t>, followed by </a:t>
            </a:r>
            <a:r>
              <a:rPr lang="en-IN" sz="2000" b="1" dirty="0"/>
              <a:t>SUVs (1.8M)</a:t>
            </a:r>
            <a:r>
              <a:rPr lang="en-IN" sz="2000" dirty="0"/>
              <a:t> and </a:t>
            </a:r>
            <a:r>
              <a:rPr lang="en-IN" sz="2000" b="1" dirty="0"/>
              <a:t>Bikes (1.6M)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Vans</a:t>
            </a:r>
            <a:r>
              <a:rPr lang="en-IN" sz="2000" dirty="0"/>
              <a:t> generate the lowest revenue at approximately </a:t>
            </a:r>
            <a:r>
              <a:rPr lang="en-IN" sz="2000" b="1" dirty="0"/>
              <a:t>0.7M</a:t>
            </a:r>
            <a:r>
              <a:rPr lang="en-IN" sz="2000" dirty="0"/>
              <a:t>, showing that cars and EVs contribute the most to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1151659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86D42A-0A9E-5BB6-4440-FC5B843F7425}"/>
              </a:ext>
            </a:extLst>
          </p:cNvPr>
          <p:cNvSpPr txBox="1"/>
          <p:nvPr/>
        </p:nvSpPr>
        <p:spPr>
          <a:xfrm>
            <a:off x="1713603" y="329771"/>
            <a:ext cx="8764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PARKING DURATION BETWEEN VEHICLE: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A2208-9731-F9CB-0A0D-15476EAA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151" y="1523835"/>
            <a:ext cx="3947502" cy="3091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0B2B29-2E09-D8AE-30BC-F5ABC55060A5}"/>
              </a:ext>
            </a:extLst>
          </p:cNvPr>
          <p:cNvSpPr txBox="1"/>
          <p:nvPr/>
        </p:nvSpPr>
        <p:spPr>
          <a:xfrm>
            <a:off x="1143001" y="1363128"/>
            <a:ext cx="6094206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 </a:t>
            </a:r>
            <a:r>
              <a:rPr lang="en-IN" b="1" dirty="0"/>
              <a:t>X-axis</a:t>
            </a:r>
            <a:r>
              <a:rPr lang="en-IN" dirty="0"/>
              <a:t> represents different vehicle types—</a:t>
            </a:r>
            <a:r>
              <a:rPr lang="en-IN" b="1" dirty="0"/>
              <a:t>SUV, Van, Bike, Car, and EV</a:t>
            </a:r>
            <a:r>
              <a:rPr lang="en-IN" dirty="0"/>
              <a:t>—while the </a:t>
            </a:r>
            <a:r>
              <a:rPr lang="en-IN" b="1" dirty="0"/>
              <a:t>Y-axis</a:t>
            </a:r>
            <a:r>
              <a:rPr lang="en-IN" dirty="0"/>
              <a:t> shows the </a:t>
            </a:r>
            <a:r>
              <a:rPr lang="en-IN" b="1" dirty="0"/>
              <a:t>average parking duration in minutes</a:t>
            </a:r>
            <a:r>
              <a:rPr lang="en-IN" dirty="0"/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SUVs</a:t>
            </a:r>
            <a:r>
              <a:rPr lang="en-IN" dirty="0"/>
              <a:t> have the longest average parking duration at about </a:t>
            </a:r>
            <a:r>
              <a:rPr lang="en-IN" b="1" dirty="0"/>
              <a:t>5.4 minutes</a:t>
            </a:r>
            <a:r>
              <a:rPr lang="en-IN" dirty="0"/>
              <a:t>, followed by Vans and Bikes.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EVs</a:t>
            </a:r>
            <a:r>
              <a:rPr lang="en-IN" dirty="0"/>
              <a:t> have the shortest parking duration at approximately </a:t>
            </a:r>
            <a:r>
              <a:rPr lang="en-IN" b="1" dirty="0"/>
              <a:t>4.7 minutes</a:t>
            </a:r>
            <a:r>
              <a:rPr lang="en-IN" dirty="0"/>
              <a:t>, showing a decreasing trend in parking time across the vehicle types.</a:t>
            </a:r>
          </a:p>
        </p:txBody>
      </p:sp>
    </p:spTree>
    <p:extLst>
      <p:ext uri="{BB962C8B-B14F-4D97-AF65-F5344CB8AC3E}">
        <p14:creationId xmlns:p14="http://schemas.microsoft.com/office/powerpoint/2010/main" val="245836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5E1EEE-5B3A-8BDE-F8D5-035638E0EF5F}"/>
              </a:ext>
            </a:extLst>
          </p:cNvPr>
          <p:cNvSpPr txBox="1"/>
          <p:nvPr/>
        </p:nvSpPr>
        <p:spPr>
          <a:xfrm>
            <a:off x="3224903" y="93830"/>
            <a:ext cx="546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COMMON VEHICLE IN ZONE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34600-9C69-4B79-186E-DB000A2216BE}"/>
              </a:ext>
            </a:extLst>
          </p:cNvPr>
          <p:cNvSpPr txBox="1"/>
          <p:nvPr/>
        </p:nvSpPr>
        <p:spPr>
          <a:xfrm>
            <a:off x="432996" y="1295882"/>
            <a:ext cx="10066468" cy="4919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different zones while the 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Y-axis</a:t>
            </a:r>
            <a:r>
              <a:rPr lang="en-IN" sz="2000" dirty="0"/>
              <a:t> shows the </a:t>
            </a:r>
            <a:r>
              <a:rPr lang="en-IN" sz="2000" b="1" dirty="0"/>
              <a:t>Count of </a:t>
            </a:r>
            <a:r>
              <a:rPr lang="en-IN" sz="2000" b="1" dirty="0" err="1"/>
              <a:t>Parking_ID</a:t>
            </a:r>
            <a:r>
              <a:rPr lang="en-IN" sz="2000" dirty="0"/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West Zone</a:t>
            </a:r>
            <a:r>
              <a:rPr lang="en-IN" sz="2000" dirty="0"/>
              <a:t> has the highest number of parking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 records at approximately </a:t>
            </a:r>
            <a:r>
              <a:rPr lang="en-IN" sz="2000" b="1" dirty="0"/>
              <a:t>5,500</a:t>
            </a:r>
            <a:r>
              <a:rPr lang="en-IN" sz="2000" dirty="0"/>
              <a:t>, followed by the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Airport Zone.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IT Corridor</a:t>
            </a:r>
            <a:r>
              <a:rPr lang="en-IN" sz="2000" dirty="0"/>
              <a:t> has the lowest count at around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 </a:t>
            </a:r>
            <a:r>
              <a:rPr lang="en-IN" sz="2000" b="1" dirty="0"/>
              <a:t>4,900</a:t>
            </a:r>
            <a:r>
              <a:rPr lang="en-IN" sz="2000" dirty="0"/>
              <a:t>, showing a gradual decrease in parking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activity across the zones.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99010-E974-D145-5740-BA30D4C5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24" y="1395805"/>
            <a:ext cx="4385276" cy="288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50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0242D-E68B-0201-8E1D-0FA445A844AD}"/>
              </a:ext>
            </a:extLst>
          </p:cNvPr>
          <p:cNvSpPr txBox="1"/>
          <p:nvPr/>
        </p:nvSpPr>
        <p:spPr>
          <a:xfrm>
            <a:off x="3402106" y="244000"/>
            <a:ext cx="6094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PARKING AVALABILITY: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AFB93-46AD-899A-7156-DE9D5A3B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805" y="1628010"/>
            <a:ext cx="4931955" cy="2585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503F41-8854-E87E-F05B-3F2D408F4ADF}"/>
              </a:ext>
            </a:extLst>
          </p:cNvPr>
          <p:cNvSpPr txBox="1"/>
          <p:nvPr/>
        </p:nvSpPr>
        <p:spPr>
          <a:xfrm>
            <a:off x="828765" y="1334612"/>
            <a:ext cx="6094206" cy="418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X-axis</a:t>
            </a:r>
            <a:r>
              <a:rPr lang="en-IN" sz="2000" dirty="0"/>
              <a:t> represents different parking zones, while the </a:t>
            </a:r>
            <a:r>
              <a:rPr lang="en-IN" sz="2000" b="1" dirty="0"/>
              <a:t>Y-axis</a:t>
            </a:r>
            <a:r>
              <a:rPr lang="en-IN" sz="2000" dirty="0"/>
              <a:t> shows the </a:t>
            </a:r>
            <a:r>
              <a:rPr lang="en-IN" sz="2000" b="1" dirty="0"/>
              <a:t>sum of occupied spaces and available spaces</a:t>
            </a:r>
            <a:r>
              <a:rPr lang="en-IN" sz="2000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/>
              <a:t>occupied spaces are around 1,400</a:t>
            </a:r>
            <a:r>
              <a:rPr lang="en-IN" sz="2000" dirty="0"/>
              <a:t>, while the available spaces are approximately </a:t>
            </a:r>
            <a:r>
              <a:rPr lang="en-IN" sz="2000" b="1" dirty="0"/>
              <a:t>850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chart shows that parking occupancy is relatively consistent across all zones, with </a:t>
            </a:r>
            <a:r>
              <a:rPr lang="en-IN" sz="2000" b="1" dirty="0"/>
              <a:t>slightly higher occupancy than availability</a:t>
            </a:r>
            <a:r>
              <a:rPr lang="en-IN" sz="2000" dirty="0"/>
              <a:t> in each zone.</a:t>
            </a:r>
          </a:p>
        </p:txBody>
      </p:sp>
    </p:spTree>
    <p:extLst>
      <p:ext uri="{BB962C8B-B14F-4D97-AF65-F5344CB8AC3E}">
        <p14:creationId xmlns:p14="http://schemas.microsoft.com/office/powerpoint/2010/main" val="3631836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D72646-ECDD-2DE3-D377-DDF1E7DDF351}"/>
              </a:ext>
            </a:extLst>
          </p:cNvPr>
          <p:cNvSpPr txBox="1"/>
          <p:nvPr/>
        </p:nvSpPr>
        <p:spPr>
          <a:xfrm>
            <a:off x="2638313" y="480668"/>
            <a:ext cx="60942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PARKING BASED ON WEATHER: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B78CC-D02B-B69C-6DF3-01A8C20F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991" y="1657260"/>
            <a:ext cx="3708492" cy="30008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7B0688-E058-47F7-44C6-25F7E13A18BA}"/>
              </a:ext>
            </a:extLst>
          </p:cNvPr>
          <p:cNvSpPr txBox="1"/>
          <p:nvPr/>
        </p:nvSpPr>
        <p:spPr>
          <a:xfrm>
            <a:off x="1250577" y="1266309"/>
            <a:ext cx="6094206" cy="418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The </a:t>
            </a:r>
            <a:r>
              <a:rPr lang="en-IN" sz="2000" b="1" dirty="0" err="1"/>
              <a:t>treemap</a:t>
            </a:r>
            <a:r>
              <a:rPr lang="en-IN" sz="2000" b="1" dirty="0"/>
              <a:t> chart</a:t>
            </a:r>
            <a:r>
              <a:rPr lang="en-IN" sz="2000" dirty="0"/>
              <a:t> shows parking activity under different weather conditions: </a:t>
            </a:r>
            <a:r>
              <a:rPr lang="en-IN" sz="2000" b="1" dirty="0"/>
              <a:t>Sunny, Cloudy, Hot, Rainy, and Unknown</a:t>
            </a:r>
            <a:r>
              <a:rPr lang="en-IN" sz="20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Sunny weather</a:t>
            </a:r>
            <a:r>
              <a:rPr lang="en-IN" sz="2000" dirty="0"/>
              <a:t> has the largest parking volume, followed by </a:t>
            </a:r>
            <a:r>
              <a:rPr lang="en-IN" sz="2000" b="1" dirty="0"/>
              <a:t>Cloudy and Hot</a:t>
            </a:r>
            <a:r>
              <a:rPr lang="en-IN" sz="2000" dirty="0"/>
              <a:t> conditions.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b="1" dirty="0"/>
              <a:t>Rainy and Unknown</a:t>
            </a:r>
            <a:r>
              <a:rPr lang="en-IN" sz="2000" dirty="0"/>
              <a:t> conditions have smaller parking volumes, indicating that parking activity is highest during </a:t>
            </a:r>
            <a:r>
              <a:rPr lang="en-IN" sz="2000" b="1" dirty="0"/>
              <a:t>Sunny weather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356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113A7-D938-EA61-589D-C7E59C37F27F}"/>
              </a:ext>
            </a:extLst>
          </p:cNvPr>
          <p:cNvSpPr txBox="1"/>
          <p:nvPr/>
        </p:nvSpPr>
        <p:spPr>
          <a:xfrm>
            <a:off x="688489" y="1549102"/>
            <a:ext cx="10886739" cy="4407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Urban Parking Dashboard</a:t>
            </a:r>
            <a:r>
              <a:rPr lang="en-IN" sz="2400" dirty="0"/>
              <a:t> helps to </a:t>
            </a:r>
            <a:r>
              <a:rPr lang="en-IN" sz="2400" dirty="0" err="1"/>
              <a:t>analyze</a:t>
            </a:r>
            <a:r>
              <a:rPr lang="en-IN" sz="2400" dirty="0"/>
              <a:t> parking data in a simple and clear way.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shows important information such as </a:t>
            </a:r>
            <a:r>
              <a:rPr lang="en-IN" sz="2400" b="1" dirty="0"/>
              <a:t>parking usage, revenue, vehicle details, and parking trends</a:t>
            </a:r>
            <a:r>
              <a:rPr lang="en-IN" sz="2400" dirty="0"/>
              <a:t>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dashboard helps users understand the data and make </a:t>
            </a:r>
            <a:r>
              <a:rPr lang="en-IN" sz="2400" b="1" dirty="0"/>
              <a:t>better decisions for efficient parking management</a:t>
            </a:r>
            <a:r>
              <a:rPr lang="en-IN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96EDD-5573-2136-BC68-9B9BEB7EF4DF}"/>
              </a:ext>
            </a:extLst>
          </p:cNvPr>
          <p:cNvSpPr txBox="1"/>
          <p:nvPr/>
        </p:nvSpPr>
        <p:spPr>
          <a:xfrm>
            <a:off x="871369" y="473336"/>
            <a:ext cx="5224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2406803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F856A-A2DC-31AD-DB03-D80A98BD4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10" y="1047318"/>
            <a:ext cx="9294608" cy="52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49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200</TotalTime>
  <Words>1369</Words>
  <Application>Microsoft Office PowerPoint</Application>
  <PresentationFormat>Widescreen</PresentationFormat>
  <Paragraphs>112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Algerian</vt:lpstr>
      <vt:lpstr>Arial</vt:lpstr>
      <vt:lpstr>Century Gothic</vt:lpstr>
      <vt:lpstr>Wingdings</vt:lpstr>
      <vt:lpstr>Wingdings 3</vt:lpstr>
      <vt:lpstr>Ion</vt:lpstr>
      <vt:lpstr>Urban ParkiNG INTELLIGENCE Dashboard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Kamalesh B</dc:creator>
  <cp:lastModifiedBy>Kamalesh B</cp:lastModifiedBy>
  <cp:revision>2</cp:revision>
  <dcterms:created xsi:type="dcterms:W3CDTF">2026-09-20T14:48:33Z</dcterms:created>
  <dcterms:modified xsi:type="dcterms:W3CDTF">2026-09-30T17:49:47Z</dcterms:modified>
</cp:coreProperties>
</file>