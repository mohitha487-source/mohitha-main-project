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1" r:id="rId1"/>
  </p:sldMasterIdLst>
  <p:sldIdLst>
    <p:sldId id="256" r:id="rId2"/>
    <p:sldId id="257" r:id="rId3"/>
    <p:sldId id="258" r:id="rId4"/>
    <p:sldId id="259" r:id="rId5"/>
    <p:sldId id="266" r:id="rId6"/>
    <p:sldId id="267" r:id="rId7"/>
    <p:sldId id="271" r:id="rId8"/>
    <p:sldId id="268" r:id="rId9"/>
    <p:sldId id="272" r:id="rId10"/>
    <p:sldId id="269" r:id="rId11"/>
    <p:sldId id="273" r:id="rId12"/>
    <p:sldId id="260" r:id="rId13"/>
    <p:sldId id="261" r:id="rId14"/>
    <p:sldId id="274" r:id="rId15"/>
    <p:sldId id="262" r:id="rId16"/>
    <p:sldId id="275" r:id="rId17"/>
    <p:sldId id="263" r:id="rId18"/>
    <p:sldId id="264" r:id="rId19"/>
    <p:sldId id="276" r:id="rId20"/>
    <p:sldId id="265" r:id="rId21"/>
    <p:sldId id="277" r:id="rId22"/>
    <p:sldId id="278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7BA535-D8B4-4610-A7B9-762B5924EDA6}" v="11" dt="2026-09-26T04:42:50.4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935" autoAdjust="0"/>
  </p:normalViewPr>
  <p:slideViewPr>
    <p:cSldViewPr snapToGrid="0">
      <p:cViewPr varScale="1">
        <p:scale>
          <a:sx n="71" d="100"/>
          <a:sy n="71" d="100"/>
        </p:scale>
        <p:origin x="106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alesh B" userId="7f8413d08a57bda1" providerId="LiveId" clId="{93FB5AE7-CA4C-4E0E-B87E-A8D59996F0FC}"/>
    <pc:docChg chg="undo custSel addSld modSld sldOrd">
      <pc:chgData name="Kamalesh B" userId="7f8413d08a57bda1" providerId="LiveId" clId="{93FB5AE7-CA4C-4E0E-B87E-A8D59996F0FC}" dt="2026-09-26T04:48:06.385" v="620" actId="14100"/>
      <pc:docMkLst>
        <pc:docMk/>
      </pc:docMkLst>
      <pc:sldChg chg="modSp mod">
        <pc:chgData name="Kamalesh B" userId="7f8413d08a57bda1" providerId="LiveId" clId="{93FB5AE7-CA4C-4E0E-B87E-A8D59996F0FC}" dt="2026-09-26T04:42:50.425" v="589"/>
        <pc:sldMkLst>
          <pc:docMk/>
          <pc:sldMk cId="526268772" sldId="256"/>
        </pc:sldMkLst>
        <pc:spChg chg="mod">
          <ac:chgData name="Kamalesh B" userId="7f8413d08a57bda1" providerId="LiveId" clId="{93FB5AE7-CA4C-4E0E-B87E-A8D59996F0FC}" dt="2026-09-26T04:42:50.425" v="589"/>
          <ac:spMkLst>
            <pc:docMk/>
            <pc:sldMk cId="526268772" sldId="256"/>
            <ac:spMk id="2" creationId="{69F4D4F2-E453-3C75-C3F3-D4680EC1E617}"/>
          </ac:spMkLst>
        </pc:spChg>
      </pc:sldChg>
      <pc:sldChg chg="modSp mod">
        <pc:chgData name="Kamalesh B" userId="7f8413d08a57bda1" providerId="LiveId" clId="{93FB5AE7-CA4C-4E0E-B87E-A8D59996F0FC}" dt="2026-09-26T04:41:49.166" v="587" actId="207"/>
        <pc:sldMkLst>
          <pc:docMk/>
          <pc:sldMk cId="3229201936" sldId="257"/>
        </pc:sldMkLst>
        <pc:spChg chg="mod">
          <ac:chgData name="Kamalesh B" userId="7f8413d08a57bda1" providerId="LiveId" clId="{93FB5AE7-CA4C-4E0E-B87E-A8D59996F0FC}" dt="2026-09-26T04:41:49.166" v="587" actId="207"/>
          <ac:spMkLst>
            <pc:docMk/>
            <pc:sldMk cId="3229201936" sldId="257"/>
            <ac:spMk id="2" creationId="{B81F54DF-6950-C15F-399F-1E82BD928149}"/>
          </ac:spMkLst>
        </pc:spChg>
        <pc:spChg chg="mod">
          <ac:chgData name="Kamalesh B" userId="7f8413d08a57bda1" providerId="LiveId" clId="{93FB5AE7-CA4C-4E0E-B87E-A8D59996F0FC}" dt="2026-09-26T04:41:20.436" v="585" actId="1076"/>
          <ac:spMkLst>
            <pc:docMk/>
            <pc:sldMk cId="3229201936" sldId="257"/>
            <ac:spMk id="3" creationId="{4B390A68-D15F-9BF4-A9EE-8B7E4469A6B6}"/>
          </ac:spMkLst>
        </pc:spChg>
        <pc:spChg chg="mod">
          <ac:chgData name="Kamalesh B" userId="7f8413d08a57bda1" providerId="LiveId" clId="{93FB5AE7-CA4C-4E0E-B87E-A8D59996F0FC}" dt="2026-09-26T04:41:34.260" v="586" actId="207"/>
          <ac:spMkLst>
            <pc:docMk/>
            <pc:sldMk cId="3229201936" sldId="257"/>
            <ac:spMk id="4" creationId="{4417D0F8-F148-9BCA-A06F-907DE3F47B5D}"/>
          </ac:spMkLst>
        </pc:spChg>
        <pc:spChg chg="mod">
          <ac:chgData name="Kamalesh B" userId="7f8413d08a57bda1" providerId="LiveId" clId="{93FB5AE7-CA4C-4E0E-B87E-A8D59996F0FC}" dt="2026-09-26T04:41:05.637" v="583" actId="1076"/>
          <ac:spMkLst>
            <pc:docMk/>
            <pc:sldMk cId="3229201936" sldId="257"/>
            <ac:spMk id="5" creationId="{1C4E40C0-B466-41AB-2C80-F961906C2EC4}"/>
          </ac:spMkLst>
        </pc:spChg>
      </pc:sldChg>
      <pc:sldChg chg="modSp mod">
        <pc:chgData name="Kamalesh B" userId="7f8413d08a57bda1" providerId="LiveId" clId="{93FB5AE7-CA4C-4E0E-B87E-A8D59996F0FC}" dt="2026-09-26T04:43:20.068" v="590" actId="207"/>
        <pc:sldMkLst>
          <pc:docMk/>
          <pc:sldMk cId="2295125376" sldId="258"/>
        </pc:sldMkLst>
        <pc:spChg chg="mod">
          <ac:chgData name="Kamalesh B" userId="7f8413d08a57bda1" providerId="LiveId" clId="{93FB5AE7-CA4C-4E0E-B87E-A8D59996F0FC}" dt="2026-09-26T04:42:24.695" v="588" actId="207"/>
          <ac:spMkLst>
            <pc:docMk/>
            <pc:sldMk cId="2295125376" sldId="258"/>
            <ac:spMk id="2" creationId="{92E89F90-83D6-93C2-F1A8-0B26E66AC899}"/>
          </ac:spMkLst>
        </pc:spChg>
        <pc:spChg chg="mod">
          <ac:chgData name="Kamalesh B" userId="7f8413d08a57bda1" providerId="LiveId" clId="{93FB5AE7-CA4C-4E0E-B87E-A8D59996F0FC}" dt="2026-09-21T09:03:06.453" v="14" actId="255"/>
          <ac:spMkLst>
            <pc:docMk/>
            <pc:sldMk cId="2295125376" sldId="258"/>
            <ac:spMk id="3" creationId="{E64327F2-DD82-11E9-EC98-E98BA7992F5A}"/>
          </ac:spMkLst>
        </pc:spChg>
        <pc:spChg chg="mod">
          <ac:chgData name="Kamalesh B" userId="7f8413d08a57bda1" providerId="LiveId" clId="{93FB5AE7-CA4C-4E0E-B87E-A8D59996F0FC}" dt="2026-09-26T04:43:20.068" v="590" actId="207"/>
          <ac:spMkLst>
            <pc:docMk/>
            <pc:sldMk cId="2295125376" sldId="258"/>
            <ac:spMk id="4" creationId="{B1F13973-8761-2D39-B9F2-A4AC5E996D6B}"/>
          </ac:spMkLst>
        </pc:spChg>
        <pc:spChg chg="mod">
          <ac:chgData name="Kamalesh B" userId="7f8413d08a57bda1" providerId="LiveId" clId="{93FB5AE7-CA4C-4E0E-B87E-A8D59996F0FC}" dt="2026-09-21T09:02:08.693" v="10" actId="1076"/>
          <ac:spMkLst>
            <pc:docMk/>
            <pc:sldMk cId="2295125376" sldId="258"/>
            <ac:spMk id="5" creationId="{10470B0E-A24D-26F3-3932-DDAAB8DF5022}"/>
          </ac:spMkLst>
        </pc:spChg>
      </pc:sldChg>
      <pc:sldChg chg="modSp mod">
        <pc:chgData name="Kamalesh B" userId="7f8413d08a57bda1" providerId="LiveId" clId="{93FB5AE7-CA4C-4E0E-B87E-A8D59996F0FC}" dt="2026-09-26T04:43:26.204" v="591" actId="207"/>
        <pc:sldMkLst>
          <pc:docMk/>
          <pc:sldMk cId="361611129" sldId="259"/>
        </pc:sldMkLst>
        <pc:spChg chg="mod">
          <ac:chgData name="Kamalesh B" userId="7f8413d08a57bda1" providerId="LiveId" clId="{93FB5AE7-CA4C-4E0E-B87E-A8D59996F0FC}" dt="2026-09-26T04:43:26.204" v="591" actId="207"/>
          <ac:spMkLst>
            <pc:docMk/>
            <pc:sldMk cId="361611129" sldId="259"/>
            <ac:spMk id="4" creationId="{98EDC73F-88C8-EF1F-7435-E2B65ABEEFAC}"/>
          </ac:spMkLst>
        </pc:spChg>
      </pc:sldChg>
      <pc:sldChg chg="modSp mod">
        <pc:chgData name="Kamalesh B" userId="7f8413d08a57bda1" providerId="LiveId" clId="{93FB5AE7-CA4C-4E0E-B87E-A8D59996F0FC}" dt="2026-09-26T04:44:30.172" v="601" actId="207"/>
        <pc:sldMkLst>
          <pc:docMk/>
          <pc:sldMk cId="1774215745" sldId="260"/>
        </pc:sldMkLst>
        <pc:spChg chg="mod">
          <ac:chgData name="Kamalesh B" userId="7f8413d08a57bda1" providerId="LiveId" clId="{93FB5AE7-CA4C-4E0E-B87E-A8D59996F0FC}" dt="2026-09-26T04:44:30.172" v="601" actId="207"/>
          <ac:spMkLst>
            <pc:docMk/>
            <pc:sldMk cId="1774215745" sldId="260"/>
            <ac:spMk id="2" creationId="{E8E549F3-C171-E29E-9BEC-2F59E8604120}"/>
          </ac:spMkLst>
        </pc:spChg>
        <pc:picChg chg="mod">
          <ac:chgData name="Kamalesh B" userId="7f8413d08a57bda1" providerId="LiveId" clId="{93FB5AE7-CA4C-4E0E-B87E-A8D59996F0FC}" dt="2026-09-21T09:05:41.841" v="211" actId="14100"/>
          <ac:picMkLst>
            <pc:docMk/>
            <pc:sldMk cId="1774215745" sldId="260"/>
            <ac:picMk id="8" creationId="{B01290EB-0357-6540-BB25-E79520E60FCC}"/>
          </ac:picMkLst>
        </pc:picChg>
        <pc:picChg chg="mod">
          <ac:chgData name="Kamalesh B" userId="7f8413d08a57bda1" providerId="LiveId" clId="{93FB5AE7-CA4C-4E0E-B87E-A8D59996F0FC}" dt="2026-09-21T09:05:52.253" v="213" actId="14100"/>
          <ac:picMkLst>
            <pc:docMk/>
            <pc:sldMk cId="1774215745" sldId="260"/>
            <ac:picMk id="10" creationId="{DFBA80B7-F62C-5A9B-E064-B0C99CB5AAA6}"/>
          </ac:picMkLst>
        </pc:picChg>
        <pc:picChg chg="mod">
          <ac:chgData name="Kamalesh B" userId="7f8413d08a57bda1" providerId="LiveId" clId="{93FB5AE7-CA4C-4E0E-B87E-A8D59996F0FC}" dt="2026-09-21T09:05:54.655" v="214" actId="1076"/>
          <ac:picMkLst>
            <pc:docMk/>
            <pc:sldMk cId="1774215745" sldId="260"/>
            <ac:picMk id="14" creationId="{0F6490BD-04BD-5B7A-25B6-8E8115C260C7}"/>
          </ac:picMkLst>
        </pc:picChg>
      </pc:sldChg>
      <pc:sldChg chg="addSp delSp modSp mod">
        <pc:chgData name="Kamalesh B" userId="7f8413d08a57bda1" providerId="LiveId" clId="{93FB5AE7-CA4C-4E0E-B87E-A8D59996F0FC}" dt="2026-09-26T04:44:37.653" v="602" actId="207"/>
        <pc:sldMkLst>
          <pc:docMk/>
          <pc:sldMk cId="3088523785" sldId="261"/>
        </pc:sldMkLst>
        <pc:spChg chg="mod">
          <ac:chgData name="Kamalesh B" userId="7f8413d08a57bda1" providerId="LiveId" clId="{93FB5AE7-CA4C-4E0E-B87E-A8D59996F0FC}" dt="2026-09-26T04:44:37.653" v="602" actId="207"/>
          <ac:spMkLst>
            <pc:docMk/>
            <pc:sldMk cId="3088523785" sldId="261"/>
            <ac:spMk id="2" creationId="{482613FE-BAA7-E23F-27F5-B05B6F435376}"/>
          </ac:spMkLst>
        </pc:spChg>
        <pc:spChg chg="add mod">
          <ac:chgData name="Kamalesh B" userId="7f8413d08a57bda1" providerId="LiveId" clId="{93FB5AE7-CA4C-4E0E-B87E-A8D59996F0FC}" dt="2026-09-23T11:12:42.959" v="439" actId="2710"/>
          <ac:spMkLst>
            <pc:docMk/>
            <pc:sldMk cId="3088523785" sldId="261"/>
            <ac:spMk id="6" creationId="{126A052D-02D9-8FBF-818D-3F083EA0CBF1}"/>
          </ac:spMkLst>
        </pc:spChg>
        <pc:picChg chg="mod">
          <ac:chgData name="Kamalesh B" userId="7f8413d08a57bda1" providerId="LiveId" clId="{93FB5AE7-CA4C-4E0E-B87E-A8D59996F0FC}" dt="2026-09-23T11:11:19.149" v="428" actId="1076"/>
          <ac:picMkLst>
            <pc:docMk/>
            <pc:sldMk cId="3088523785" sldId="261"/>
            <ac:picMk id="4" creationId="{6909A050-30A9-26EC-47DC-8D0C40A2064D}"/>
          </ac:picMkLst>
        </pc:picChg>
      </pc:sldChg>
      <pc:sldChg chg="addSp delSp modSp mod ord">
        <pc:chgData name="Kamalesh B" userId="7f8413d08a57bda1" providerId="LiveId" clId="{93FB5AE7-CA4C-4E0E-B87E-A8D59996F0FC}" dt="2026-09-26T04:44:53.826" v="606" actId="207"/>
        <pc:sldMkLst>
          <pc:docMk/>
          <pc:sldMk cId="1069679391" sldId="262"/>
        </pc:sldMkLst>
        <pc:spChg chg="mod">
          <ac:chgData name="Kamalesh B" userId="7f8413d08a57bda1" providerId="LiveId" clId="{93FB5AE7-CA4C-4E0E-B87E-A8D59996F0FC}" dt="2026-09-26T04:44:53.826" v="606" actId="207"/>
          <ac:spMkLst>
            <pc:docMk/>
            <pc:sldMk cId="1069679391" sldId="262"/>
            <ac:spMk id="2" creationId="{81FF2634-262C-2850-A985-AB121EEA10AF}"/>
          </ac:spMkLst>
        </pc:spChg>
        <pc:spChg chg="add mod">
          <ac:chgData name="Kamalesh B" userId="7f8413d08a57bda1" providerId="LiveId" clId="{93FB5AE7-CA4C-4E0E-B87E-A8D59996F0FC}" dt="2026-09-23T11:19:36.979" v="474" actId="2710"/>
          <ac:spMkLst>
            <pc:docMk/>
            <pc:sldMk cId="1069679391" sldId="262"/>
            <ac:spMk id="6" creationId="{796D4DD4-4EF3-6EC6-0A4F-F96A3C421C77}"/>
          </ac:spMkLst>
        </pc:spChg>
        <pc:picChg chg="mod">
          <ac:chgData name="Kamalesh B" userId="7f8413d08a57bda1" providerId="LiveId" clId="{93FB5AE7-CA4C-4E0E-B87E-A8D59996F0FC}" dt="2026-09-23T11:18:09.959" v="463" actId="1076"/>
          <ac:picMkLst>
            <pc:docMk/>
            <pc:sldMk cId="1069679391" sldId="262"/>
            <ac:picMk id="4" creationId="{55AE95B2-6D0F-D2D2-5D25-FD64EBC887BA}"/>
          </ac:picMkLst>
        </pc:picChg>
      </pc:sldChg>
      <pc:sldChg chg="modSp mod">
        <pc:chgData name="Kamalesh B" userId="7f8413d08a57bda1" providerId="LiveId" clId="{93FB5AE7-CA4C-4E0E-B87E-A8D59996F0FC}" dt="2026-09-26T04:45:11.836" v="609" actId="207"/>
        <pc:sldMkLst>
          <pc:docMk/>
          <pc:sldMk cId="1018541821" sldId="263"/>
        </pc:sldMkLst>
        <pc:spChg chg="mod">
          <ac:chgData name="Kamalesh B" userId="7f8413d08a57bda1" providerId="LiveId" clId="{93FB5AE7-CA4C-4E0E-B87E-A8D59996F0FC}" dt="2026-09-26T04:45:11.836" v="609" actId="207"/>
          <ac:spMkLst>
            <pc:docMk/>
            <pc:sldMk cId="1018541821" sldId="263"/>
            <ac:spMk id="2" creationId="{DEACF5C6-74B2-A3FF-AB40-DFA144C64277}"/>
          </ac:spMkLst>
        </pc:spChg>
        <pc:picChg chg="mod">
          <ac:chgData name="Kamalesh B" userId="7f8413d08a57bda1" providerId="LiveId" clId="{93FB5AE7-CA4C-4E0E-B87E-A8D59996F0FC}" dt="2026-09-21T09:06:59.128" v="320" actId="1076"/>
          <ac:picMkLst>
            <pc:docMk/>
            <pc:sldMk cId="1018541821" sldId="263"/>
            <ac:picMk id="4" creationId="{BE88AE24-71B2-868A-9759-E42DCDEF46F2}"/>
          </ac:picMkLst>
        </pc:picChg>
        <pc:picChg chg="mod">
          <ac:chgData name="Kamalesh B" userId="7f8413d08a57bda1" providerId="LiveId" clId="{93FB5AE7-CA4C-4E0E-B87E-A8D59996F0FC}" dt="2026-09-21T09:07:02.111" v="321" actId="1076"/>
          <ac:picMkLst>
            <pc:docMk/>
            <pc:sldMk cId="1018541821" sldId="263"/>
            <ac:picMk id="6" creationId="{EFAB1437-259E-71E0-21F6-6427FD8470AA}"/>
          </ac:picMkLst>
        </pc:picChg>
        <pc:picChg chg="mod">
          <ac:chgData name="Kamalesh B" userId="7f8413d08a57bda1" providerId="LiveId" clId="{93FB5AE7-CA4C-4E0E-B87E-A8D59996F0FC}" dt="2026-09-21T09:06:56.125" v="319" actId="1076"/>
          <ac:picMkLst>
            <pc:docMk/>
            <pc:sldMk cId="1018541821" sldId="263"/>
            <ac:picMk id="8" creationId="{B2FCD4DF-CAF6-32A0-D3F0-9BAC7465EE50}"/>
          </ac:picMkLst>
        </pc:picChg>
        <pc:picChg chg="mod">
          <ac:chgData name="Kamalesh B" userId="7f8413d08a57bda1" providerId="LiveId" clId="{93FB5AE7-CA4C-4E0E-B87E-A8D59996F0FC}" dt="2026-09-21T09:06:50.631" v="317" actId="1076"/>
          <ac:picMkLst>
            <pc:docMk/>
            <pc:sldMk cId="1018541821" sldId="263"/>
            <ac:picMk id="10" creationId="{14B8BA97-F9FC-17D1-CD6E-3468BD464592}"/>
          </ac:picMkLst>
        </pc:picChg>
      </pc:sldChg>
      <pc:sldChg chg="addSp delSp modSp mod">
        <pc:chgData name="Kamalesh B" userId="7f8413d08a57bda1" providerId="LiveId" clId="{93FB5AE7-CA4C-4E0E-B87E-A8D59996F0FC}" dt="2026-09-26T04:45:16.701" v="610" actId="207"/>
        <pc:sldMkLst>
          <pc:docMk/>
          <pc:sldMk cId="1151659316" sldId="264"/>
        </pc:sldMkLst>
        <pc:spChg chg="mod">
          <ac:chgData name="Kamalesh B" userId="7f8413d08a57bda1" providerId="LiveId" clId="{93FB5AE7-CA4C-4E0E-B87E-A8D59996F0FC}" dt="2026-09-26T04:45:16.701" v="610" actId="207"/>
          <ac:spMkLst>
            <pc:docMk/>
            <pc:sldMk cId="1151659316" sldId="264"/>
            <ac:spMk id="2" creationId="{F12B00A8-E8AF-5E7A-870A-F51ADE16F543}"/>
          </ac:spMkLst>
        </pc:spChg>
        <pc:spChg chg="add mod">
          <ac:chgData name="Kamalesh B" userId="7f8413d08a57bda1" providerId="LiveId" clId="{93FB5AE7-CA4C-4E0E-B87E-A8D59996F0FC}" dt="2026-09-23T11:23:29.898" v="509" actId="2710"/>
          <ac:spMkLst>
            <pc:docMk/>
            <pc:sldMk cId="1151659316" sldId="264"/>
            <ac:spMk id="6" creationId="{BDB8A4C3-DC70-32CC-96E2-ADC1D575B28A}"/>
          </ac:spMkLst>
        </pc:spChg>
        <pc:picChg chg="mod">
          <ac:chgData name="Kamalesh B" userId="7f8413d08a57bda1" providerId="LiveId" clId="{93FB5AE7-CA4C-4E0E-B87E-A8D59996F0FC}" dt="2026-09-23T11:22:25.699" v="498" actId="1076"/>
          <ac:picMkLst>
            <pc:docMk/>
            <pc:sldMk cId="1151659316" sldId="264"/>
            <ac:picMk id="4" creationId="{3871026A-C4A6-CFA7-0321-91ECB5066F76}"/>
          </ac:picMkLst>
        </pc:picChg>
      </pc:sldChg>
      <pc:sldChg chg="addSp delSp modSp mod">
        <pc:chgData name="Kamalesh B" userId="7f8413d08a57bda1" providerId="LiveId" clId="{93FB5AE7-CA4C-4E0E-B87E-A8D59996F0FC}" dt="2026-09-26T04:48:06.385" v="620" actId="14100"/>
        <pc:sldMkLst>
          <pc:docMk/>
          <pc:sldMk cId="1365450145" sldId="265"/>
        </pc:sldMkLst>
        <pc:spChg chg="mod">
          <ac:chgData name="Kamalesh B" userId="7f8413d08a57bda1" providerId="LiveId" clId="{93FB5AE7-CA4C-4E0E-B87E-A8D59996F0FC}" dt="2026-09-26T04:45:31.828" v="612" actId="207"/>
          <ac:spMkLst>
            <pc:docMk/>
            <pc:sldMk cId="1365450145" sldId="265"/>
            <ac:spMk id="2" creationId="{FF5E1EEE-5B3A-8BDE-F8D5-035638E0EF5F}"/>
          </ac:spMkLst>
        </pc:spChg>
        <pc:spChg chg="add mod">
          <ac:chgData name="Kamalesh B" userId="7f8413d08a57bda1" providerId="LiveId" clId="{93FB5AE7-CA4C-4E0E-B87E-A8D59996F0FC}" dt="2026-09-23T11:27:22.424" v="553" actId="2710"/>
          <ac:spMkLst>
            <pc:docMk/>
            <pc:sldMk cId="1365450145" sldId="265"/>
            <ac:spMk id="6" creationId="{4D534600-9C69-4B79-186E-DB000A2216BE}"/>
          </ac:spMkLst>
        </pc:spChg>
        <pc:picChg chg="del mod">
          <ac:chgData name="Kamalesh B" userId="7f8413d08a57bda1" providerId="LiveId" clId="{93FB5AE7-CA4C-4E0E-B87E-A8D59996F0FC}" dt="2026-09-26T04:47:53.510" v="615" actId="478"/>
          <ac:picMkLst>
            <pc:docMk/>
            <pc:sldMk cId="1365450145" sldId="265"/>
            <ac:picMk id="4" creationId="{C9E1DAF8-B311-2D5E-0854-75C676E3DCB7}"/>
          </ac:picMkLst>
        </pc:picChg>
        <pc:picChg chg="add mod">
          <ac:chgData name="Kamalesh B" userId="7f8413d08a57bda1" providerId="LiveId" clId="{93FB5AE7-CA4C-4E0E-B87E-A8D59996F0FC}" dt="2026-09-26T04:48:06.385" v="620" actId="14100"/>
          <ac:picMkLst>
            <pc:docMk/>
            <pc:sldMk cId="1365450145" sldId="265"/>
            <ac:picMk id="5" creationId="{E3C99010-E974-D145-5740-BA30D4C50222}"/>
          </ac:picMkLst>
        </pc:picChg>
      </pc:sldChg>
      <pc:sldChg chg="modSp mod">
        <pc:chgData name="Kamalesh B" userId="7f8413d08a57bda1" providerId="LiveId" clId="{93FB5AE7-CA4C-4E0E-B87E-A8D59996F0FC}" dt="2026-09-26T04:43:31.981" v="592" actId="207"/>
        <pc:sldMkLst>
          <pc:docMk/>
          <pc:sldMk cId="3411488350" sldId="266"/>
        </pc:sldMkLst>
        <pc:spChg chg="mod">
          <ac:chgData name="Kamalesh B" userId="7f8413d08a57bda1" providerId="LiveId" clId="{93FB5AE7-CA4C-4E0E-B87E-A8D59996F0FC}" dt="2026-09-26T04:43:31.981" v="592" actId="207"/>
          <ac:spMkLst>
            <pc:docMk/>
            <pc:sldMk cId="3411488350" sldId="266"/>
            <ac:spMk id="2" creationId="{5622986D-DA75-158E-E261-9949EFB0409C}"/>
          </ac:spMkLst>
        </pc:spChg>
        <pc:picChg chg="mod">
          <ac:chgData name="Kamalesh B" userId="7f8413d08a57bda1" providerId="LiveId" clId="{93FB5AE7-CA4C-4E0E-B87E-A8D59996F0FC}" dt="2026-09-21T09:04:01.227" v="24" actId="14100"/>
          <ac:picMkLst>
            <pc:docMk/>
            <pc:sldMk cId="3411488350" sldId="266"/>
            <ac:picMk id="4" creationId="{CF925434-F775-3C0C-278C-9FD6F230F1CD}"/>
          </ac:picMkLst>
        </pc:picChg>
        <pc:picChg chg="mod">
          <ac:chgData name="Kamalesh B" userId="7f8413d08a57bda1" providerId="LiveId" clId="{93FB5AE7-CA4C-4E0E-B87E-A8D59996F0FC}" dt="2026-09-21T09:03:49.290" v="21" actId="14100"/>
          <ac:picMkLst>
            <pc:docMk/>
            <pc:sldMk cId="3411488350" sldId="266"/>
            <ac:picMk id="6" creationId="{E197A9BB-2F58-2691-CCD6-BBD8A5F56A99}"/>
          </ac:picMkLst>
        </pc:picChg>
        <pc:picChg chg="mod">
          <ac:chgData name="Kamalesh B" userId="7f8413d08a57bda1" providerId="LiveId" clId="{93FB5AE7-CA4C-4E0E-B87E-A8D59996F0FC}" dt="2026-09-21T09:03:33.791" v="17" actId="1076"/>
          <ac:picMkLst>
            <pc:docMk/>
            <pc:sldMk cId="3411488350" sldId="266"/>
            <ac:picMk id="12" creationId="{27395D01-A3F1-E0EB-1377-8D6CDA62B222}"/>
          </ac:picMkLst>
        </pc:picChg>
      </pc:sldChg>
      <pc:sldChg chg="addSp delSp modSp mod">
        <pc:chgData name="Kamalesh B" userId="7f8413d08a57bda1" providerId="LiveId" clId="{93FB5AE7-CA4C-4E0E-B87E-A8D59996F0FC}" dt="2026-09-26T04:43:39.512" v="593" actId="207"/>
        <pc:sldMkLst>
          <pc:docMk/>
          <pc:sldMk cId="3463476598" sldId="267"/>
        </pc:sldMkLst>
        <pc:spChg chg="mod">
          <ac:chgData name="Kamalesh B" userId="7f8413d08a57bda1" providerId="LiveId" clId="{93FB5AE7-CA4C-4E0E-B87E-A8D59996F0FC}" dt="2026-09-26T04:43:39.512" v="593" actId="207"/>
          <ac:spMkLst>
            <pc:docMk/>
            <pc:sldMk cId="3463476598" sldId="267"/>
            <ac:spMk id="2" creationId="{CE7B3715-970D-BBB8-908A-678FF5C96C08}"/>
          </ac:spMkLst>
        </pc:spChg>
        <pc:spChg chg="add mod">
          <ac:chgData name="Kamalesh B" userId="7f8413d08a57bda1" providerId="LiveId" clId="{93FB5AE7-CA4C-4E0E-B87E-A8D59996F0FC}" dt="2026-09-23T10:58:31.300" v="350" actId="2710"/>
          <ac:spMkLst>
            <pc:docMk/>
            <pc:sldMk cId="3463476598" sldId="267"/>
            <ac:spMk id="9" creationId="{91879A22-2187-F3EB-DCBF-65A98D73E93A}"/>
          </ac:spMkLst>
        </pc:spChg>
        <pc:picChg chg="mod">
          <ac:chgData name="Kamalesh B" userId="7f8413d08a57bda1" providerId="LiveId" clId="{93FB5AE7-CA4C-4E0E-B87E-A8D59996F0FC}" dt="2026-09-23T10:56:29.852" v="337" actId="1076"/>
          <ac:picMkLst>
            <pc:docMk/>
            <pc:sldMk cId="3463476598" sldId="267"/>
            <ac:picMk id="5" creationId="{88B75CF5-80D2-9690-BE0D-019465B31E22}"/>
          </ac:picMkLst>
        </pc:picChg>
      </pc:sldChg>
      <pc:sldChg chg="addSp delSp modSp mod">
        <pc:chgData name="Kamalesh B" userId="7f8413d08a57bda1" providerId="LiveId" clId="{93FB5AE7-CA4C-4E0E-B87E-A8D59996F0FC}" dt="2026-09-26T04:43:54.814" v="595" actId="207"/>
        <pc:sldMkLst>
          <pc:docMk/>
          <pc:sldMk cId="3838539687" sldId="268"/>
        </pc:sldMkLst>
        <pc:spChg chg="mod">
          <ac:chgData name="Kamalesh B" userId="7f8413d08a57bda1" providerId="LiveId" clId="{93FB5AE7-CA4C-4E0E-B87E-A8D59996F0FC}" dt="2026-09-26T04:43:54.814" v="595" actId="207"/>
          <ac:spMkLst>
            <pc:docMk/>
            <pc:sldMk cId="3838539687" sldId="268"/>
            <ac:spMk id="2" creationId="{600497AD-791F-CC66-E554-1AA1D22FEC19}"/>
          </ac:spMkLst>
        </pc:spChg>
        <pc:spChg chg="add mod">
          <ac:chgData name="Kamalesh B" userId="7f8413d08a57bda1" providerId="LiveId" clId="{93FB5AE7-CA4C-4E0E-B87E-A8D59996F0FC}" dt="2026-09-23T11:01:40.845" v="373" actId="255"/>
          <ac:spMkLst>
            <pc:docMk/>
            <pc:sldMk cId="3838539687" sldId="268"/>
            <ac:spMk id="6" creationId="{EC7E3233-E5E2-6577-824C-8CBF23C40586}"/>
          </ac:spMkLst>
        </pc:spChg>
        <pc:picChg chg="mod">
          <ac:chgData name="Kamalesh B" userId="7f8413d08a57bda1" providerId="LiveId" clId="{93FB5AE7-CA4C-4E0E-B87E-A8D59996F0FC}" dt="2026-09-23T10:59:25.220" v="359" actId="1076"/>
          <ac:picMkLst>
            <pc:docMk/>
            <pc:sldMk cId="3838539687" sldId="268"/>
            <ac:picMk id="5" creationId="{CBC00176-EF65-740A-7135-B524E7FCA865}"/>
          </ac:picMkLst>
        </pc:picChg>
      </pc:sldChg>
      <pc:sldChg chg="addSp delSp modSp mod">
        <pc:chgData name="Kamalesh B" userId="7f8413d08a57bda1" providerId="LiveId" clId="{93FB5AE7-CA4C-4E0E-B87E-A8D59996F0FC}" dt="2026-09-26T04:44:11.380" v="598" actId="207"/>
        <pc:sldMkLst>
          <pc:docMk/>
          <pc:sldMk cId="3264148514" sldId="269"/>
        </pc:sldMkLst>
        <pc:spChg chg="mod">
          <ac:chgData name="Kamalesh B" userId="7f8413d08a57bda1" providerId="LiveId" clId="{93FB5AE7-CA4C-4E0E-B87E-A8D59996F0FC}" dt="2026-09-26T04:44:11.380" v="598" actId="207"/>
          <ac:spMkLst>
            <pc:docMk/>
            <pc:sldMk cId="3264148514" sldId="269"/>
            <ac:spMk id="2" creationId="{B8C37F3C-7EDF-F025-E4C2-F294043655AF}"/>
          </ac:spMkLst>
        </pc:spChg>
        <pc:spChg chg="add mod">
          <ac:chgData name="Kamalesh B" userId="7f8413d08a57bda1" providerId="LiveId" clId="{93FB5AE7-CA4C-4E0E-B87E-A8D59996F0FC}" dt="2026-09-23T11:09:30.942" v="408" actId="255"/>
          <ac:spMkLst>
            <pc:docMk/>
            <pc:sldMk cId="3264148514" sldId="269"/>
            <ac:spMk id="6" creationId="{536DCC2C-50F9-C82D-142E-B30A330A7563}"/>
          </ac:spMkLst>
        </pc:spChg>
        <pc:picChg chg="mod">
          <ac:chgData name="Kamalesh B" userId="7f8413d08a57bda1" providerId="LiveId" clId="{93FB5AE7-CA4C-4E0E-B87E-A8D59996F0FC}" dt="2026-09-26T04:44:06.828" v="597" actId="1076"/>
          <ac:picMkLst>
            <pc:docMk/>
            <pc:sldMk cId="3264148514" sldId="269"/>
            <ac:picMk id="5" creationId="{3188DB6F-69A7-2CE1-EE52-0AD8301F203D}"/>
          </ac:picMkLst>
        </pc:picChg>
      </pc:sldChg>
      <pc:sldChg chg="addSp modSp new mod">
        <pc:chgData name="Kamalesh B" userId="7f8413d08a57bda1" providerId="LiveId" clId="{93FB5AE7-CA4C-4E0E-B87E-A8D59996F0FC}" dt="2026-09-26T04:43:47.777" v="594" actId="207"/>
        <pc:sldMkLst>
          <pc:docMk/>
          <pc:sldMk cId="2195833383" sldId="271"/>
        </pc:sldMkLst>
        <pc:spChg chg="add mod">
          <ac:chgData name="Kamalesh B" userId="7f8413d08a57bda1" providerId="LiveId" clId="{93FB5AE7-CA4C-4E0E-B87E-A8D59996F0FC}" dt="2026-09-26T04:43:47.777" v="594" actId="207"/>
          <ac:spMkLst>
            <pc:docMk/>
            <pc:sldMk cId="2195833383" sldId="271"/>
            <ac:spMk id="3" creationId="{8A17C57E-8F22-CD37-EAA4-D9CE79C13FF5}"/>
          </ac:spMkLst>
        </pc:spChg>
        <pc:spChg chg="add mod">
          <ac:chgData name="Kamalesh B" userId="7f8413d08a57bda1" providerId="LiveId" clId="{93FB5AE7-CA4C-4E0E-B87E-A8D59996F0FC}" dt="2026-09-23T10:58:22.450" v="349" actId="2710"/>
          <ac:spMkLst>
            <pc:docMk/>
            <pc:sldMk cId="2195833383" sldId="271"/>
            <ac:spMk id="7" creationId="{4EB77EDB-F447-AFDA-A351-043847902A2D}"/>
          </ac:spMkLst>
        </pc:spChg>
        <pc:picChg chg="add mod">
          <ac:chgData name="Kamalesh B" userId="7f8413d08a57bda1" providerId="LiveId" clId="{93FB5AE7-CA4C-4E0E-B87E-A8D59996F0FC}" dt="2026-09-23T10:54:28.960" v="336" actId="1076"/>
          <ac:picMkLst>
            <pc:docMk/>
            <pc:sldMk cId="2195833383" sldId="271"/>
            <ac:picMk id="5" creationId="{E93B9EB1-630A-E303-DC23-0E9CC2C20A93}"/>
          </ac:picMkLst>
        </pc:picChg>
      </pc:sldChg>
      <pc:sldChg chg="addSp modSp new mod">
        <pc:chgData name="Kamalesh B" userId="7f8413d08a57bda1" providerId="LiveId" clId="{93FB5AE7-CA4C-4E0E-B87E-A8D59996F0FC}" dt="2026-09-26T04:44:01.209" v="596" actId="207"/>
        <pc:sldMkLst>
          <pc:docMk/>
          <pc:sldMk cId="516441152" sldId="272"/>
        </pc:sldMkLst>
        <pc:spChg chg="add mod">
          <ac:chgData name="Kamalesh B" userId="7f8413d08a57bda1" providerId="LiveId" clId="{93FB5AE7-CA4C-4E0E-B87E-A8D59996F0FC}" dt="2026-09-26T04:44:01.209" v="596" actId="207"/>
          <ac:spMkLst>
            <pc:docMk/>
            <pc:sldMk cId="516441152" sldId="272"/>
            <ac:spMk id="3" creationId="{C05C87C4-DE87-2C60-8EA2-9F6262D98BCF}"/>
          </ac:spMkLst>
        </pc:spChg>
        <pc:spChg chg="add mod">
          <ac:chgData name="Kamalesh B" userId="7f8413d08a57bda1" providerId="LiveId" clId="{93FB5AE7-CA4C-4E0E-B87E-A8D59996F0FC}" dt="2026-09-23T11:03:54.110" v="386" actId="20577"/>
          <ac:spMkLst>
            <pc:docMk/>
            <pc:sldMk cId="516441152" sldId="272"/>
            <ac:spMk id="7" creationId="{9A295429-A38E-B25C-C17A-25C7E493649E}"/>
          </ac:spMkLst>
        </pc:spChg>
        <pc:picChg chg="add mod">
          <ac:chgData name="Kamalesh B" userId="7f8413d08a57bda1" providerId="LiveId" clId="{93FB5AE7-CA4C-4E0E-B87E-A8D59996F0FC}" dt="2026-09-23T10:59:19.270" v="358" actId="1076"/>
          <ac:picMkLst>
            <pc:docMk/>
            <pc:sldMk cId="516441152" sldId="272"/>
            <ac:picMk id="5" creationId="{0AFD19EF-6D38-8826-9BD1-FBC967EF8716}"/>
          </ac:picMkLst>
        </pc:picChg>
      </pc:sldChg>
      <pc:sldChg chg="addSp modSp new mod">
        <pc:chgData name="Kamalesh B" userId="7f8413d08a57bda1" providerId="LiveId" clId="{93FB5AE7-CA4C-4E0E-B87E-A8D59996F0FC}" dt="2026-09-26T04:44:24.907" v="600" actId="207"/>
        <pc:sldMkLst>
          <pc:docMk/>
          <pc:sldMk cId="3927294538" sldId="273"/>
        </pc:sldMkLst>
        <pc:spChg chg="add mod">
          <ac:chgData name="Kamalesh B" userId="7f8413d08a57bda1" providerId="LiveId" clId="{93FB5AE7-CA4C-4E0E-B87E-A8D59996F0FC}" dt="2026-09-26T04:44:24.907" v="600" actId="207"/>
          <ac:spMkLst>
            <pc:docMk/>
            <pc:sldMk cId="3927294538" sldId="273"/>
            <ac:spMk id="3" creationId="{DAB94B11-3E87-6ECA-E452-BB27CD2BCD3A}"/>
          </ac:spMkLst>
        </pc:spChg>
        <pc:spChg chg="add mod">
          <ac:chgData name="Kamalesh B" userId="7f8413d08a57bda1" providerId="LiveId" clId="{93FB5AE7-CA4C-4E0E-B87E-A8D59996F0FC}" dt="2026-09-23T11:10:29.502" v="418" actId="2710"/>
          <ac:spMkLst>
            <pc:docMk/>
            <pc:sldMk cId="3927294538" sldId="273"/>
            <ac:spMk id="7" creationId="{66D388E7-438F-7ACF-3E4F-AFE9B57D801F}"/>
          </ac:spMkLst>
        </pc:spChg>
        <pc:picChg chg="add mod">
          <ac:chgData name="Kamalesh B" userId="7f8413d08a57bda1" providerId="LiveId" clId="{93FB5AE7-CA4C-4E0E-B87E-A8D59996F0FC}" dt="2026-09-23T11:08:11.788" v="397" actId="1076"/>
          <ac:picMkLst>
            <pc:docMk/>
            <pc:sldMk cId="3927294538" sldId="273"/>
            <ac:picMk id="5" creationId="{0DA5885A-865A-24F5-BD6C-FDBF41AD385D}"/>
          </ac:picMkLst>
        </pc:picChg>
      </pc:sldChg>
      <pc:sldChg chg="addSp modSp new mod">
        <pc:chgData name="Kamalesh B" userId="7f8413d08a57bda1" providerId="LiveId" clId="{93FB5AE7-CA4C-4E0E-B87E-A8D59996F0FC}" dt="2026-09-26T04:44:44.042" v="603" actId="207"/>
        <pc:sldMkLst>
          <pc:docMk/>
          <pc:sldMk cId="3105277941" sldId="274"/>
        </pc:sldMkLst>
        <pc:spChg chg="add mod">
          <ac:chgData name="Kamalesh B" userId="7f8413d08a57bda1" providerId="LiveId" clId="{93FB5AE7-CA4C-4E0E-B87E-A8D59996F0FC}" dt="2026-09-26T04:44:44.042" v="603" actId="207"/>
          <ac:spMkLst>
            <pc:docMk/>
            <pc:sldMk cId="3105277941" sldId="274"/>
            <ac:spMk id="3" creationId="{779BA5D5-206E-A25B-D0C4-4F2A9C6A0949}"/>
          </ac:spMkLst>
        </pc:spChg>
        <pc:spChg chg="add mod">
          <ac:chgData name="Kamalesh B" userId="7f8413d08a57bda1" providerId="LiveId" clId="{93FB5AE7-CA4C-4E0E-B87E-A8D59996F0FC}" dt="2026-09-23T11:15:23.403" v="450" actId="255"/>
          <ac:spMkLst>
            <pc:docMk/>
            <pc:sldMk cId="3105277941" sldId="274"/>
            <ac:spMk id="7" creationId="{46C9A9CC-6CD6-68F3-4A92-FD6B6D05D22D}"/>
          </ac:spMkLst>
        </pc:spChg>
        <pc:picChg chg="add mod">
          <ac:chgData name="Kamalesh B" userId="7f8413d08a57bda1" providerId="LiveId" clId="{93FB5AE7-CA4C-4E0E-B87E-A8D59996F0FC}" dt="2026-09-23T11:11:14.599" v="427" actId="1076"/>
          <ac:picMkLst>
            <pc:docMk/>
            <pc:sldMk cId="3105277941" sldId="274"/>
            <ac:picMk id="5" creationId="{795AD3AF-EC14-1D36-A450-737E7A34151D}"/>
          </ac:picMkLst>
        </pc:picChg>
      </pc:sldChg>
      <pc:sldChg chg="addSp modSp new mod">
        <pc:chgData name="Kamalesh B" userId="7f8413d08a57bda1" providerId="LiveId" clId="{93FB5AE7-CA4C-4E0E-B87E-A8D59996F0FC}" dt="2026-09-26T04:45:05.255" v="608" actId="207"/>
        <pc:sldMkLst>
          <pc:docMk/>
          <pc:sldMk cId="1851379956" sldId="275"/>
        </pc:sldMkLst>
        <pc:spChg chg="add mod">
          <ac:chgData name="Kamalesh B" userId="7f8413d08a57bda1" providerId="LiveId" clId="{93FB5AE7-CA4C-4E0E-B87E-A8D59996F0FC}" dt="2026-09-26T04:45:05.255" v="608" actId="207"/>
          <ac:spMkLst>
            <pc:docMk/>
            <pc:sldMk cId="1851379956" sldId="275"/>
            <ac:spMk id="3" creationId="{5B677F24-B29F-1056-DA8E-20DDE2D44C4E}"/>
          </ac:spMkLst>
        </pc:spChg>
        <pc:spChg chg="add mod">
          <ac:chgData name="Kamalesh B" userId="7f8413d08a57bda1" providerId="LiveId" clId="{93FB5AE7-CA4C-4E0E-B87E-A8D59996F0FC}" dt="2026-09-23T11:21:31.349" v="486" actId="2710"/>
          <ac:spMkLst>
            <pc:docMk/>
            <pc:sldMk cId="1851379956" sldId="275"/>
            <ac:spMk id="7" creationId="{2D0C8F4A-A449-D6ED-BE84-4C21485678A1}"/>
          </ac:spMkLst>
        </pc:spChg>
        <pc:picChg chg="add mod">
          <ac:chgData name="Kamalesh B" userId="7f8413d08a57bda1" providerId="LiveId" clId="{93FB5AE7-CA4C-4E0E-B87E-A8D59996F0FC}" dt="2026-09-23T11:17:51.232" v="460" actId="1076"/>
          <ac:picMkLst>
            <pc:docMk/>
            <pc:sldMk cId="1851379956" sldId="275"/>
            <ac:picMk id="5" creationId="{9E43DCDE-1F86-DC0C-AAB7-1DA5DE670BBD}"/>
          </ac:picMkLst>
        </pc:picChg>
      </pc:sldChg>
      <pc:sldChg chg="addSp modSp new mod">
        <pc:chgData name="Kamalesh B" userId="7f8413d08a57bda1" providerId="LiveId" clId="{93FB5AE7-CA4C-4E0E-B87E-A8D59996F0FC}" dt="2026-09-26T04:45:21.946" v="611" actId="207"/>
        <pc:sldMkLst>
          <pc:docMk/>
          <pc:sldMk cId="2458369725" sldId="276"/>
        </pc:sldMkLst>
        <pc:spChg chg="add mod">
          <ac:chgData name="Kamalesh B" userId="7f8413d08a57bda1" providerId="LiveId" clId="{93FB5AE7-CA4C-4E0E-B87E-A8D59996F0FC}" dt="2026-09-26T04:45:21.946" v="611" actId="207"/>
          <ac:spMkLst>
            <pc:docMk/>
            <pc:sldMk cId="2458369725" sldId="276"/>
            <ac:spMk id="3" creationId="{DA86D42A-0A9E-5BB6-4440-FC5B843F7425}"/>
          </ac:spMkLst>
        </pc:spChg>
        <pc:spChg chg="add mod">
          <ac:chgData name="Kamalesh B" userId="7f8413d08a57bda1" providerId="LiveId" clId="{93FB5AE7-CA4C-4E0E-B87E-A8D59996F0FC}" dt="2026-09-23T11:24:35.028" v="521" actId="179"/>
          <ac:spMkLst>
            <pc:docMk/>
            <pc:sldMk cId="2458369725" sldId="276"/>
            <ac:spMk id="7" creationId="{C7EBDFC8-AE21-1574-661B-C0C23E0BAE16}"/>
          </ac:spMkLst>
        </pc:spChg>
        <pc:picChg chg="add mod">
          <ac:chgData name="Kamalesh B" userId="7f8413d08a57bda1" providerId="LiveId" clId="{93FB5AE7-CA4C-4E0E-B87E-A8D59996F0FC}" dt="2026-09-23T11:22:20.229" v="497" actId="1076"/>
          <ac:picMkLst>
            <pc:docMk/>
            <pc:sldMk cId="2458369725" sldId="276"/>
            <ac:picMk id="5" creationId="{3DCE680B-39C0-528B-B2C0-69E7C31892B7}"/>
          </ac:picMkLst>
        </pc:picChg>
      </pc:sldChg>
      <pc:sldChg chg="addSp modSp new mod">
        <pc:chgData name="Kamalesh B" userId="7f8413d08a57bda1" providerId="LiveId" clId="{93FB5AE7-CA4C-4E0E-B87E-A8D59996F0FC}" dt="2026-09-26T04:45:37.820" v="613" actId="207"/>
        <pc:sldMkLst>
          <pc:docMk/>
          <pc:sldMk cId="3631836648" sldId="277"/>
        </pc:sldMkLst>
        <pc:spChg chg="add mod">
          <ac:chgData name="Kamalesh B" userId="7f8413d08a57bda1" providerId="LiveId" clId="{93FB5AE7-CA4C-4E0E-B87E-A8D59996F0FC}" dt="2026-09-26T04:45:37.820" v="613" actId="207"/>
          <ac:spMkLst>
            <pc:docMk/>
            <pc:sldMk cId="3631836648" sldId="277"/>
            <ac:spMk id="3" creationId="{D6D0242D-E68B-0201-8E1D-0FA445A844AD}"/>
          </ac:spMkLst>
        </pc:spChg>
        <pc:spChg chg="add mod">
          <ac:chgData name="Kamalesh B" userId="7f8413d08a57bda1" providerId="LiveId" clId="{93FB5AE7-CA4C-4E0E-B87E-A8D59996F0FC}" dt="2026-09-23T11:29:32.748" v="563" actId="2710"/>
          <ac:spMkLst>
            <pc:docMk/>
            <pc:sldMk cId="3631836648" sldId="277"/>
            <ac:spMk id="7" creationId="{E9549127-54E2-A632-8261-3B2799AEC43D}"/>
          </ac:spMkLst>
        </pc:spChg>
        <pc:picChg chg="add mod">
          <ac:chgData name="Kamalesh B" userId="7f8413d08a57bda1" providerId="LiveId" clId="{93FB5AE7-CA4C-4E0E-B87E-A8D59996F0FC}" dt="2026-09-23T11:25:23.858" v="531" actId="1076"/>
          <ac:picMkLst>
            <pc:docMk/>
            <pc:sldMk cId="3631836648" sldId="277"/>
            <ac:picMk id="5" creationId="{E28AFB93-46AD-899A-7156-DE9D5A3B801F}"/>
          </ac:picMkLst>
        </pc:picChg>
      </pc:sldChg>
      <pc:sldChg chg="addSp modSp new mod">
        <pc:chgData name="Kamalesh B" userId="7f8413d08a57bda1" providerId="LiveId" clId="{93FB5AE7-CA4C-4E0E-B87E-A8D59996F0FC}" dt="2026-09-26T04:45:45.439" v="614" actId="207"/>
        <pc:sldMkLst>
          <pc:docMk/>
          <pc:sldMk cId="1641356381" sldId="278"/>
        </pc:sldMkLst>
        <pc:spChg chg="add mod">
          <ac:chgData name="Kamalesh B" userId="7f8413d08a57bda1" providerId="LiveId" clId="{93FB5AE7-CA4C-4E0E-B87E-A8D59996F0FC}" dt="2026-09-26T04:45:45.439" v="614" actId="207"/>
          <ac:spMkLst>
            <pc:docMk/>
            <pc:sldMk cId="1641356381" sldId="278"/>
            <ac:spMk id="3" creationId="{51D72646-ECDD-2DE3-D377-DDF1E7DDF351}"/>
          </ac:spMkLst>
        </pc:spChg>
        <pc:spChg chg="add mod">
          <ac:chgData name="Kamalesh B" userId="7f8413d08a57bda1" providerId="LiveId" clId="{93FB5AE7-CA4C-4E0E-B87E-A8D59996F0FC}" dt="2026-09-23T11:31:03.748" v="578" actId="255"/>
          <ac:spMkLst>
            <pc:docMk/>
            <pc:sldMk cId="1641356381" sldId="278"/>
            <ac:spMk id="7" creationId="{530C9718-7427-6BBB-10C0-E09F464B51D6}"/>
          </ac:spMkLst>
        </pc:spChg>
        <pc:picChg chg="add mod">
          <ac:chgData name="Kamalesh B" userId="7f8413d08a57bda1" providerId="LiveId" clId="{93FB5AE7-CA4C-4E0E-B87E-A8D59996F0FC}" dt="2026-09-23T11:30:17.348" v="569" actId="1076"/>
          <ac:picMkLst>
            <pc:docMk/>
            <pc:sldMk cId="1641356381" sldId="278"/>
            <ac:picMk id="5" creationId="{92FB8103-4E59-96D8-C126-7E14279F1F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8845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9975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7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9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331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643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388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8998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3056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2958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8635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91816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7572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1529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4899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66263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51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E34025A-9A09-466D-BACB-024FF60B39C1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A7325A-DB06-4D4A-9779-235F1D096F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86437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  <p:sldLayoutId id="2147483848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4D4F2-E453-3C75-C3F3-D4680EC1E6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IN" dirty="0">
                <a:solidFill>
                  <a:srgbClr val="002060"/>
                </a:solidFill>
                <a:latin typeface="Algerian" panose="04020705040A02060702" pitchFamily="82" charset="0"/>
              </a:rPr>
              <a:t>Urban Parking Analytics Dashboard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5C963-76BE-9CA4-5068-4C9B67117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15760" y="4165600"/>
            <a:ext cx="3952240" cy="1092200"/>
          </a:xfrm>
        </p:spPr>
        <p:txBody>
          <a:bodyPr/>
          <a:lstStyle/>
          <a:p>
            <a:r>
              <a:rPr lang="en-IN" dirty="0"/>
              <a:t>BY:</a:t>
            </a:r>
          </a:p>
          <a:p>
            <a:r>
              <a:rPr lang="en-IN" dirty="0"/>
              <a:t>                  MOHITHA.B</a:t>
            </a:r>
          </a:p>
        </p:txBody>
      </p:sp>
    </p:spTree>
    <p:extLst>
      <p:ext uri="{BB962C8B-B14F-4D97-AF65-F5344CB8AC3E}">
        <p14:creationId xmlns:p14="http://schemas.microsoft.com/office/powerpoint/2010/main" val="526268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1F54DF-6950-C15F-399F-1E82BD928149}"/>
              </a:ext>
            </a:extLst>
          </p:cNvPr>
          <p:cNvSpPr txBox="1"/>
          <p:nvPr/>
        </p:nvSpPr>
        <p:spPr>
          <a:xfrm>
            <a:off x="162560" y="132080"/>
            <a:ext cx="3769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INTRODUCTION: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390A68-D15F-9BF4-A9EE-8B7E4469A6B6}"/>
              </a:ext>
            </a:extLst>
          </p:cNvPr>
          <p:cNvSpPr txBox="1"/>
          <p:nvPr/>
        </p:nvSpPr>
        <p:spPr>
          <a:xfrm>
            <a:off x="406400" y="813763"/>
            <a:ext cx="9225280" cy="2814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The Urban Parking Analytics Dashboard is designed to </a:t>
            </a:r>
            <a:r>
              <a:rPr lang="en-IN" sz="2000" dirty="0" err="1"/>
              <a:t>analyze</a:t>
            </a:r>
            <a:r>
              <a:rPr lang="en-IN" sz="2000" dirty="0"/>
              <a:t> parking data using Power BI.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It provides a clear view of parking usage, vehicle activity, waiting time, revenue, and customer ratings.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The dashboard helps understand parking trends and supports better parking management and data-driven decision-making.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7D0F8-F148-9BCA-A06F-907DE3F47B5D}"/>
              </a:ext>
            </a:extLst>
          </p:cNvPr>
          <p:cNvSpPr txBox="1"/>
          <p:nvPr/>
        </p:nvSpPr>
        <p:spPr>
          <a:xfrm>
            <a:off x="280895" y="3848398"/>
            <a:ext cx="3769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PROBLEM STATEMENT: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4E40C0-B466-41AB-2C80-F961906C2EC4}"/>
              </a:ext>
            </a:extLst>
          </p:cNvPr>
          <p:cNvSpPr txBox="1"/>
          <p:nvPr/>
        </p:nvSpPr>
        <p:spPr>
          <a:xfrm>
            <a:off x="675342" y="4750099"/>
            <a:ext cx="78333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To </a:t>
            </a:r>
            <a:r>
              <a:rPr lang="en-IN" sz="2400" dirty="0" err="1"/>
              <a:t>Analyze</a:t>
            </a:r>
            <a:r>
              <a:rPr lang="en-IN" sz="2400" dirty="0"/>
              <a:t> the parking  </a:t>
            </a:r>
            <a:r>
              <a:rPr lang="en-IN" sz="2400" dirty="0" err="1"/>
              <a:t>congestion,revenue,waiting</a:t>
            </a:r>
            <a:r>
              <a:rPr lang="en-IN" sz="2400" dirty="0"/>
              <a:t> time and EV Demand.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29201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89F90-83D6-93C2-F1A8-0B26E66AC899}"/>
              </a:ext>
            </a:extLst>
          </p:cNvPr>
          <p:cNvSpPr txBox="1"/>
          <p:nvPr/>
        </p:nvSpPr>
        <p:spPr>
          <a:xfrm>
            <a:off x="274320" y="314960"/>
            <a:ext cx="3464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Tools Used: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327F2-DD82-11E9-EC98-E98BA7992F5A}"/>
              </a:ext>
            </a:extLst>
          </p:cNvPr>
          <p:cNvSpPr txBox="1"/>
          <p:nvPr/>
        </p:nvSpPr>
        <p:spPr>
          <a:xfrm>
            <a:off x="345440" y="838180"/>
            <a:ext cx="8260080" cy="2532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/>
              <a:t>Power BI:</a:t>
            </a:r>
            <a:r>
              <a:rPr lang="en-IN" dirty="0"/>
              <a:t> Used to create the interactive dashboard and visualizations.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/>
              <a:t>Power Query:</a:t>
            </a:r>
            <a:r>
              <a:rPr lang="en-IN" dirty="0"/>
              <a:t> Used to clean, transform, and prepare the parking data.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/>
              <a:t>Microsoft Excel:</a:t>
            </a:r>
            <a:r>
              <a:rPr lang="en-IN" dirty="0"/>
              <a:t> Used to store and organize the raw dataset.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/>
              <a:t>DAX:</a:t>
            </a:r>
            <a:r>
              <a:rPr lang="en-IN" dirty="0"/>
              <a:t> Used to create calculations, measures, and KPIs.</a:t>
            </a:r>
          </a:p>
          <a:p>
            <a:pPr>
              <a:lnSpc>
                <a:spcPct val="150000"/>
              </a:lnSpc>
            </a:pP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F13973-8761-2D39-B9F2-A4AC5E996D6B}"/>
              </a:ext>
            </a:extLst>
          </p:cNvPr>
          <p:cNvSpPr txBox="1"/>
          <p:nvPr/>
        </p:nvSpPr>
        <p:spPr>
          <a:xfrm>
            <a:off x="223520" y="3140028"/>
            <a:ext cx="3566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DATASET OVERVIEW: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470B0E-A24D-26F3-3932-DDAAB8DF5022}"/>
              </a:ext>
            </a:extLst>
          </p:cNvPr>
          <p:cNvSpPr txBox="1"/>
          <p:nvPr/>
        </p:nvSpPr>
        <p:spPr>
          <a:xfrm>
            <a:off x="517563" y="3611302"/>
            <a:ext cx="7650480" cy="3276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The dataset contains </a:t>
            </a:r>
            <a:r>
              <a:rPr lang="en-IN" sz="2000" b="1" dirty="0"/>
              <a:t>urban parking information</a:t>
            </a:r>
            <a:r>
              <a:rPr lang="en-IN" sz="2000" dirty="0"/>
              <a:t> such as vehicle details, parking zones, parking lots, entry time, and parking duration.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It also includes </a:t>
            </a:r>
            <a:r>
              <a:rPr lang="en-IN" sz="2000" b="1" dirty="0"/>
              <a:t>parking fees, payment methods, weather conditions, and customer ratings</a:t>
            </a:r>
            <a:r>
              <a:rPr lang="en-IN" sz="2000" dirty="0"/>
              <a:t>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sz="2000" dirty="0"/>
              <a:t>The dataset is used to </a:t>
            </a:r>
            <a:r>
              <a:rPr lang="en-IN" sz="2000" dirty="0" err="1"/>
              <a:t>analyze</a:t>
            </a:r>
            <a:r>
              <a:rPr lang="en-IN" sz="2000" dirty="0"/>
              <a:t> </a:t>
            </a:r>
            <a:r>
              <a:rPr lang="en-IN" sz="2000" b="1" dirty="0"/>
              <a:t>parking demand, revenue, vehicle activity, and customer satisfaction</a:t>
            </a:r>
            <a:r>
              <a:rPr lang="en-IN" sz="2000" dirty="0"/>
              <a:t>.</a:t>
            </a:r>
          </a:p>
          <a:p>
            <a:pPr>
              <a:lnSpc>
                <a:spcPct val="150000"/>
              </a:lnSpc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295125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EDC73F-88C8-EF1F-7435-E2B65ABEEFAC}"/>
              </a:ext>
            </a:extLst>
          </p:cNvPr>
          <p:cNvSpPr txBox="1"/>
          <p:nvPr/>
        </p:nvSpPr>
        <p:spPr>
          <a:xfrm>
            <a:off x="406400" y="396240"/>
            <a:ext cx="78985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DATA CLEANING AND PROCESSING: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AF1661-0BED-8547-8E26-81659EDA1575}"/>
              </a:ext>
            </a:extLst>
          </p:cNvPr>
          <p:cNvSpPr txBox="1"/>
          <p:nvPr/>
        </p:nvSpPr>
        <p:spPr>
          <a:xfrm>
            <a:off x="670560" y="1625600"/>
            <a:ext cx="70510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Data Collection.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Removing Duplicates 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Handling Missing Values.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Correcting Data Types.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Removing Unnecessary Data.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Data Validation.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2800" dirty="0"/>
              <a:t>Loading into Power BI. </a:t>
            </a:r>
          </a:p>
        </p:txBody>
      </p:sp>
    </p:spTree>
    <p:extLst>
      <p:ext uri="{BB962C8B-B14F-4D97-AF65-F5344CB8AC3E}">
        <p14:creationId xmlns:p14="http://schemas.microsoft.com/office/powerpoint/2010/main" val="361611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2986D-DA75-158E-E261-9949EFB0409C}"/>
              </a:ext>
            </a:extLst>
          </p:cNvPr>
          <p:cNvSpPr txBox="1"/>
          <p:nvPr/>
        </p:nvSpPr>
        <p:spPr>
          <a:xfrm>
            <a:off x="548640" y="441064"/>
            <a:ext cx="3410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OVERVIEW KPI’S: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925434-F775-3C0C-278C-9FD6F230F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783" y="1563126"/>
            <a:ext cx="3730277" cy="13576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97A9BB-2F58-2691-CCD6-BBD8A5F5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9" y="3876008"/>
            <a:ext cx="4007871" cy="13064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9E00E8-BB1A-C356-6F50-A80EE6574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5857" y="1541632"/>
            <a:ext cx="3054467" cy="13306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C2591D-9A7F-57CB-02F6-C6D9202D6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5856" y="3851803"/>
            <a:ext cx="3360761" cy="13306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395D01-A3F1-E0EB-1377-8D6CDA62B2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2543" y="2637810"/>
            <a:ext cx="3094179" cy="133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488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7B3715-970D-BBB8-908A-678FF5C96C08}"/>
              </a:ext>
            </a:extLst>
          </p:cNvPr>
          <p:cNvSpPr txBox="1"/>
          <p:nvPr/>
        </p:nvSpPr>
        <p:spPr>
          <a:xfrm>
            <a:off x="365759" y="344245"/>
            <a:ext cx="9004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           MONTHLY TREND: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75CF5-80D2-9690-BE0D-019465B31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00" y="1015382"/>
            <a:ext cx="5713111" cy="24136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879A22-2187-F3EB-DCBF-65A98D73E93A}"/>
              </a:ext>
            </a:extLst>
          </p:cNvPr>
          <p:cNvSpPr txBox="1"/>
          <p:nvPr/>
        </p:nvSpPr>
        <p:spPr>
          <a:xfrm>
            <a:off x="852544" y="3576916"/>
            <a:ext cx="9517828" cy="2774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chart shows the </a:t>
            </a:r>
            <a:r>
              <a:rPr lang="en-IN" b="1" dirty="0"/>
              <a:t>monthly performance trend from January to December</a:t>
            </a:r>
            <a:r>
              <a:rPr lang="en-IN" dirty="0"/>
              <a:t>. 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Performance </a:t>
            </a:r>
            <a:r>
              <a:rPr lang="en-IN" b="1" dirty="0"/>
              <a:t>fluctuates during the year</a:t>
            </a:r>
            <a:r>
              <a:rPr lang="en-IN" dirty="0"/>
              <a:t>, with the highest value of </a:t>
            </a:r>
            <a:r>
              <a:rPr lang="en-IN" b="1" dirty="0"/>
              <a:t>826K in January</a:t>
            </a:r>
            <a:r>
              <a:rPr lang="en-IN" dirty="0"/>
              <a:t> and the lowest value of </a:t>
            </a:r>
            <a:r>
              <a:rPr lang="en-IN" b="1" dirty="0"/>
              <a:t>665K in February</a:t>
            </a:r>
            <a:r>
              <a:rPr lang="en-IN" dirty="0"/>
              <a:t>. 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From July onwards, the performance becomes </a:t>
            </a:r>
            <a:r>
              <a:rPr lang="en-IN" b="1" dirty="0"/>
              <a:t>more stable</a:t>
            </a:r>
            <a:r>
              <a:rPr lang="en-IN" dirty="0"/>
              <a:t>, remaining around </a:t>
            </a:r>
            <a:r>
              <a:rPr lang="en-IN" b="1" dirty="0"/>
              <a:t>760K–783K</a:t>
            </a:r>
            <a:r>
              <a:rPr lang="en-IN" dirty="0"/>
              <a:t> until December.</a:t>
            </a:r>
          </a:p>
        </p:txBody>
      </p:sp>
    </p:spTree>
    <p:extLst>
      <p:ext uri="{BB962C8B-B14F-4D97-AF65-F5344CB8AC3E}">
        <p14:creationId xmlns:p14="http://schemas.microsoft.com/office/powerpoint/2010/main" val="3463476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17C57E-8F22-CD37-EAA4-D9CE79C13FF5}"/>
              </a:ext>
            </a:extLst>
          </p:cNvPr>
          <p:cNvSpPr txBox="1"/>
          <p:nvPr/>
        </p:nvSpPr>
        <p:spPr>
          <a:xfrm>
            <a:off x="1347394" y="372801"/>
            <a:ext cx="79256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DEMAND IN WEEKDAYS &amp; WEEKEND:</a:t>
            </a:r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3B9EB1-630A-E303-DC23-0E9CC2C20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691" y="1007314"/>
            <a:ext cx="5713111" cy="28722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B77EDB-F447-AFDA-A351-043847902A2D}"/>
              </a:ext>
            </a:extLst>
          </p:cNvPr>
          <p:cNvSpPr txBox="1"/>
          <p:nvPr/>
        </p:nvSpPr>
        <p:spPr>
          <a:xfrm>
            <a:off x="1013909" y="4096360"/>
            <a:ext cx="10109498" cy="222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chart shows that </a:t>
            </a:r>
            <a:r>
              <a:rPr lang="en-IN" b="1" dirty="0"/>
              <a:t>weekday demand is 71.99K (71.99%)</a:t>
            </a:r>
            <a:r>
              <a:rPr lang="en-IN" dirty="0"/>
              <a:t> of the total demand. 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Weekend demand is 28.01K (28.01%)</a:t>
            </a:r>
            <a:r>
              <a:rPr lang="en-IN" dirty="0"/>
              <a:t>, which is lower than weekday demand. 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Overall, the chart indicates that </a:t>
            </a:r>
            <a:r>
              <a:rPr lang="en-IN" b="1" dirty="0"/>
              <a:t>demand is higher on weekdays compared to weekends</a:t>
            </a:r>
            <a:r>
              <a:rPr lang="en-IN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195833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0497AD-791F-CC66-E554-1AA1D22FEC19}"/>
              </a:ext>
            </a:extLst>
          </p:cNvPr>
          <p:cNvSpPr txBox="1"/>
          <p:nvPr/>
        </p:nvSpPr>
        <p:spPr>
          <a:xfrm>
            <a:off x="279699" y="441064"/>
            <a:ext cx="91977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          MOST DEMAND TIME: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C00176-EF65-740A-7135-B524E7FCA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854" y="1093374"/>
            <a:ext cx="5539172" cy="21661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7E3233-E5E2-6577-824C-8CBF23C40586}"/>
              </a:ext>
            </a:extLst>
          </p:cNvPr>
          <p:cNvSpPr txBox="1"/>
          <p:nvPr/>
        </p:nvSpPr>
        <p:spPr>
          <a:xfrm>
            <a:off x="981635" y="3522716"/>
            <a:ext cx="9197788" cy="222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chart shows that parking demand stays around </a:t>
            </a:r>
            <a:r>
              <a:rPr lang="en-IN" b="1" dirty="0"/>
              <a:t>250–260</a:t>
            </a:r>
            <a:r>
              <a:rPr lang="en-IN" dirty="0"/>
              <a:t> for most recorded times.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highest demand occurs at </a:t>
            </a:r>
            <a:r>
              <a:rPr lang="en-IN" b="1" dirty="0"/>
              <a:t>15:52</a:t>
            </a:r>
            <a:r>
              <a:rPr lang="en-IN" dirty="0"/>
              <a:t>, reaching approximately </a:t>
            </a:r>
            <a:r>
              <a:rPr lang="en-IN" b="1" dirty="0"/>
              <a:t>315</a:t>
            </a:r>
            <a:r>
              <a:rPr lang="en-IN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Therefore, </a:t>
            </a:r>
            <a:r>
              <a:rPr lang="en-IN" b="1" dirty="0"/>
              <a:t>15:52 is the most demanding/busiest time</a:t>
            </a:r>
            <a:r>
              <a:rPr lang="en-IN" dirty="0"/>
              <a:t> shown in the chart.</a:t>
            </a:r>
          </a:p>
        </p:txBody>
      </p:sp>
    </p:spTree>
    <p:extLst>
      <p:ext uri="{BB962C8B-B14F-4D97-AF65-F5344CB8AC3E}">
        <p14:creationId xmlns:p14="http://schemas.microsoft.com/office/powerpoint/2010/main" val="3838539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5C87C4-DE87-2C60-8EA2-9F6262D98BCF}"/>
              </a:ext>
            </a:extLst>
          </p:cNvPr>
          <p:cNvSpPr txBox="1"/>
          <p:nvPr/>
        </p:nvSpPr>
        <p:spPr>
          <a:xfrm>
            <a:off x="634701" y="258183"/>
            <a:ext cx="90471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        PARKING STATUS: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D19EF-6D38-8826-9BD1-FBC967EF8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546" y="1031530"/>
            <a:ext cx="5635991" cy="26941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295429-A38E-B25C-C17A-25C7E493649E}"/>
              </a:ext>
            </a:extLst>
          </p:cNvPr>
          <p:cNvSpPr txBox="1"/>
          <p:nvPr/>
        </p:nvSpPr>
        <p:spPr>
          <a:xfrm>
            <a:off x="949363" y="3845444"/>
            <a:ext cx="10496774" cy="222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chart shows that </a:t>
            </a:r>
            <a:r>
              <a:rPr lang="en-IN" b="1" dirty="0"/>
              <a:t>Walk-in parking has a much higher total space</a:t>
            </a:r>
            <a:r>
              <a:rPr lang="en-IN" dirty="0"/>
              <a:t> than Reserved parking.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Walk-in parking has about </a:t>
            </a:r>
            <a:r>
              <a:rPr lang="en-IN" b="1" dirty="0"/>
              <a:t>32M spaces</a:t>
            </a:r>
            <a:r>
              <a:rPr lang="en-IN" dirty="0"/>
              <a:t>, while Reserved parking has around </a:t>
            </a:r>
            <a:r>
              <a:rPr lang="en-IN" b="1" dirty="0"/>
              <a:t>12M spaces</a:t>
            </a:r>
            <a:r>
              <a:rPr lang="en-IN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Overall, </a:t>
            </a:r>
            <a:r>
              <a:rPr lang="en-IN" b="1" dirty="0"/>
              <a:t>Walk-in parking dominates the available parking capacity</a:t>
            </a:r>
            <a:r>
              <a:rPr lang="en-IN" dirty="0"/>
              <a:t> across all zones.</a:t>
            </a:r>
          </a:p>
        </p:txBody>
      </p:sp>
    </p:spTree>
    <p:extLst>
      <p:ext uri="{BB962C8B-B14F-4D97-AF65-F5344CB8AC3E}">
        <p14:creationId xmlns:p14="http://schemas.microsoft.com/office/powerpoint/2010/main" val="516441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C37F3C-7EDF-F025-E4C2-F294043655AF}"/>
              </a:ext>
            </a:extLst>
          </p:cNvPr>
          <p:cNvSpPr txBox="1"/>
          <p:nvPr/>
        </p:nvSpPr>
        <p:spPr>
          <a:xfrm>
            <a:off x="365759" y="441064"/>
            <a:ext cx="10015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      HIGHEST CROWDED ZONE: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8DB6F-69A7-2CE1-EE52-0AD8301F2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695" y="1179164"/>
            <a:ext cx="4548810" cy="2042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6DCC2C-50F9-C82D-142E-B30A330A7563}"/>
              </a:ext>
            </a:extLst>
          </p:cNvPr>
          <p:cNvSpPr txBox="1"/>
          <p:nvPr/>
        </p:nvSpPr>
        <p:spPr>
          <a:xfrm>
            <a:off x="841785" y="3221501"/>
            <a:ext cx="10830261" cy="2457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West Zone</a:t>
            </a:r>
            <a:r>
              <a:rPr lang="en-IN" sz="2000" dirty="0"/>
              <a:t> has the highest crowd level, with about </a:t>
            </a:r>
            <a:r>
              <a:rPr lang="en-IN" sz="2000" b="1" dirty="0"/>
              <a:t>12.5K vehicles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North Zone</a:t>
            </a:r>
            <a:r>
              <a:rPr lang="en-IN" sz="2000" dirty="0"/>
              <a:t> follows closely at </a:t>
            </a:r>
            <a:r>
              <a:rPr lang="en-IN" sz="2000" b="1" dirty="0"/>
              <a:t>12.4K</a:t>
            </a:r>
            <a:r>
              <a:rPr lang="en-IN" sz="2000" dirty="0"/>
              <a:t>, while the </a:t>
            </a:r>
            <a:r>
              <a:rPr lang="en-IN" sz="2000" b="1" dirty="0"/>
              <a:t>South Zone</a:t>
            </a:r>
            <a:r>
              <a:rPr lang="en-IN" sz="2000" dirty="0"/>
              <a:t> has about </a:t>
            </a:r>
            <a:r>
              <a:rPr lang="en-IN" sz="2000" b="1" dirty="0"/>
              <a:t>12.3K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Overall, vehicle counts are very similar across all three zones, with the </a:t>
            </a:r>
            <a:r>
              <a:rPr lang="en-IN" sz="2000" b="1" dirty="0"/>
              <a:t>West Zone slightly higher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4148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94B11-3E87-6ECA-E452-BB27CD2BCD3A}"/>
              </a:ext>
            </a:extLst>
          </p:cNvPr>
          <p:cNvSpPr txBox="1"/>
          <p:nvPr/>
        </p:nvSpPr>
        <p:spPr>
          <a:xfrm>
            <a:off x="2669571" y="169434"/>
            <a:ext cx="7344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AVERAGE PARKING TIME:</a:t>
            </a:r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5885A-865A-24F5-BD6C-FDBF41AD3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571" y="1002076"/>
            <a:ext cx="4871540" cy="27594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D388E7-438F-7ACF-3E4F-AFE9B57D801F}"/>
              </a:ext>
            </a:extLst>
          </p:cNvPr>
          <p:cNvSpPr txBox="1"/>
          <p:nvPr/>
        </p:nvSpPr>
        <p:spPr>
          <a:xfrm>
            <a:off x="787997" y="3761543"/>
            <a:ext cx="11260567" cy="2774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chart shows that the </a:t>
            </a:r>
            <a:r>
              <a:rPr lang="en-IN" b="1" dirty="0"/>
              <a:t>average parking time is fairly similar across all parking locations</a:t>
            </a:r>
            <a:r>
              <a:rPr lang="en-IN" dirty="0"/>
              <a:t>, ranging from about </a:t>
            </a:r>
            <a:r>
              <a:rPr lang="en-IN" b="1" dirty="0"/>
              <a:t>138 to 145 minutes</a:t>
            </a:r>
            <a:r>
              <a:rPr lang="en-IN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highest average parking time is approximately </a:t>
            </a:r>
            <a:r>
              <a:rPr lang="en-IN" b="1" dirty="0"/>
              <a:t>145.4 minutes</a:t>
            </a:r>
            <a:r>
              <a:rPr lang="en-IN" dirty="0"/>
              <a:t>, while the lowest is about </a:t>
            </a:r>
            <a:r>
              <a:rPr lang="en-IN" b="1" dirty="0"/>
              <a:t>137.6 minutes</a:t>
            </a:r>
            <a:r>
              <a:rPr lang="en-IN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Overall, the parking times are </a:t>
            </a:r>
            <a:r>
              <a:rPr lang="en-IN" b="1" dirty="0"/>
              <a:t>evenly distributed</a:t>
            </a:r>
            <a:r>
              <a:rPr lang="en-IN" dirty="0"/>
              <a:t>, with no major difference between the locations.</a:t>
            </a:r>
          </a:p>
        </p:txBody>
      </p:sp>
    </p:spTree>
    <p:extLst>
      <p:ext uri="{BB962C8B-B14F-4D97-AF65-F5344CB8AC3E}">
        <p14:creationId xmlns:p14="http://schemas.microsoft.com/office/powerpoint/2010/main" val="3927294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E549F3-C171-E29E-9BEC-2F59E8604120}"/>
              </a:ext>
            </a:extLst>
          </p:cNvPr>
          <p:cNvSpPr txBox="1"/>
          <p:nvPr/>
        </p:nvSpPr>
        <p:spPr>
          <a:xfrm>
            <a:off x="497840" y="447040"/>
            <a:ext cx="660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CUSTOMER &amp; REVENUE KPI’S: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290EB-0357-6540-BB25-E79520E60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006" y="1233818"/>
            <a:ext cx="3221876" cy="17348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BA80B7-F62C-5A9B-E064-B0C99CB5A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90" y="3876008"/>
            <a:ext cx="3609838" cy="1746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4FAA98-ADAF-33B7-8601-01A8C2728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562" y="3876008"/>
            <a:ext cx="3388057" cy="165103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F6490BD-04BD-5B7A-25B6-8E8115C260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66" y="2236831"/>
            <a:ext cx="3368105" cy="204786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5F08FC-2A61-1DC6-488D-A6D06AEFA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90" y="1233818"/>
            <a:ext cx="3484930" cy="173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215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2613FE-BAA7-E23F-27F5-B05B6F435376}"/>
              </a:ext>
            </a:extLst>
          </p:cNvPr>
          <p:cNvSpPr txBox="1"/>
          <p:nvPr/>
        </p:nvSpPr>
        <p:spPr>
          <a:xfrm>
            <a:off x="233680" y="396240"/>
            <a:ext cx="9512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CUSTOMER SATISFACTION BY TREND: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09A050-30A9-26EC-47DC-8D0C40A20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23" y="919460"/>
            <a:ext cx="6265605" cy="22162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6A052D-02D9-8FBF-818D-3F083EA0CBF1}"/>
              </a:ext>
            </a:extLst>
          </p:cNvPr>
          <p:cNvSpPr txBox="1"/>
          <p:nvPr/>
        </p:nvSpPr>
        <p:spPr>
          <a:xfrm>
            <a:off x="594360" y="3339835"/>
            <a:ext cx="10453743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Customer satisfaction remains </a:t>
            </a:r>
            <a:r>
              <a:rPr lang="en-IN" sz="2000" b="1" dirty="0"/>
              <a:t>stable throughout the year</a:t>
            </a:r>
            <a:r>
              <a:rPr lang="en-IN" sz="2000" dirty="0"/>
              <a:t>, staying around 4.05–4.11.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Satisfaction reaches its </a:t>
            </a:r>
            <a:r>
              <a:rPr lang="en-IN" sz="2000" b="1" dirty="0"/>
              <a:t>highest level in May</a:t>
            </a:r>
            <a:r>
              <a:rPr lang="en-IN" sz="2000" dirty="0"/>
              <a:t> and its lowest point in </a:t>
            </a:r>
            <a:r>
              <a:rPr lang="en-IN" sz="2000" b="1" dirty="0"/>
              <a:t>June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Overall, the trend shows </a:t>
            </a:r>
            <a:r>
              <a:rPr lang="en-IN" sz="2000" b="1" dirty="0"/>
              <a:t>minor monthly fluctuations with consistently high satisfaction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8523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9BA5D5-206E-A25B-D0C4-4F2A9C6A0949}"/>
              </a:ext>
            </a:extLst>
          </p:cNvPr>
          <p:cNvSpPr txBox="1"/>
          <p:nvPr/>
        </p:nvSpPr>
        <p:spPr>
          <a:xfrm>
            <a:off x="3348318" y="179453"/>
            <a:ext cx="60942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CUSTOMER RATING:</a:t>
            </a:r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5AD3AF-EC14-1D36-A450-737E7A341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117" y="702673"/>
            <a:ext cx="6265605" cy="24811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C9A9CC-6CD6-68F3-4A92-FD6B6D05D22D}"/>
              </a:ext>
            </a:extLst>
          </p:cNvPr>
          <p:cNvSpPr txBox="1"/>
          <p:nvPr/>
        </p:nvSpPr>
        <p:spPr>
          <a:xfrm>
            <a:off x="766482" y="3674179"/>
            <a:ext cx="9668435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overall customer rating is </a:t>
            </a:r>
            <a:r>
              <a:rPr lang="en-IN" sz="2000" b="1" dirty="0"/>
              <a:t>4.07/5</a:t>
            </a:r>
            <a:r>
              <a:rPr lang="en-IN" sz="2000" dirty="0"/>
              <a:t>, indicating good customer satisfaction.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OIT Corridor</a:t>
            </a:r>
            <a:r>
              <a:rPr lang="en-IN" sz="2000" dirty="0"/>
              <a:t> has the highest rating at approximately </a:t>
            </a:r>
            <a:r>
              <a:rPr lang="en-IN" sz="2000" b="1" dirty="0"/>
              <a:t>4.11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Ratings across all zones are close to each other, showing </a:t>
            </a:r>
            <a:r>
              <a:rPr lang="en-IN" sz="2000" b="1" dirty="0"/>
              <a:t>consistent customer satisfaction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5277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FF2634-262C-2850-A985-AB121EEA10AF}"/>
              </a:ext>
            </a:extLst>
          </p:cNvPr>
          <p:cNvSpPr txBox="1"/>
          <p:nvPr/>
        </p:nvSpPr>
        <p:spPr>
          <a:xfrm>
            <a:off x="284479" y="447040"/>
            <a:ext cx="8999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                          HIGHEST REVENUE AREA: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E95B2-6D0F-D2D2-5D25-FD64EBC88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587" y="970260"/>
            <a:ext cx="5205897" cy="25197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6D4DD4-4EF3-6EC6-0A4F-F96A3C421C77}"/>
              </a:ext>
            </a:extLst>
          </p:cNvPr>
          <p:cNvSpPr txBox="1"/>
          <p:nvPr/>
        </p:nvSpPr>
        <p:spPr>
          <a:xfrm>
            <a:off x="723452" y="3429000"/>
            <a:ext cx="10001922" cy="245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Airport Zone generates the </a:t>
            </a:r>
            <a:r>
              <a:rPr lang="en-IN" sz="2000" b="1" dirty="0"/>
              <a:t>highest revenue</a:t>
            </a:r>
            <a:r>
              <a:rPr lang="en-IN" sz="2000" dirty="0"/>
              <a:t>, at approximately </a:t>
            </a:r>
            <a:r>
              <a:rPr lang="en-IN" sz="2000" b="1" dirty="0"/>
              <a:t>1.9M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IT Corridor and North Zone follow with around </a:t>
            </a:r>
            <a:r>
              <a:rPr lang="en-IN" sz="2000" b="1" dirty="0"/>
              <a:t>1.75M</a:t>
            </a:r>
            <a:r>
              <a:rPr lang="en-IN" sz="2000" dirty="0"/>
              <a:t> and </a:t>
            </a:r>
            <a:r>
              <a:rPr lang="en-IN" sz="2000" b="1" dirty="0"/>
              <a:t>1.6M</a:t>
            </a:r>
            <a:r>
              <a:rPr lang="en-IN" sz="2000" dirty="0"/>
              <a:t> respectively.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Overall, </a:t>
            </a:r>
            <a:r>
              <a:rPr lang="en-IN" sz="2000" b="1" dirty="0"/>
              <a:t>Airport Zone is the strongest revenue-generating area</a:t>
            </a:r>
            <a:r>
              <a:rPr lang="en-IN" sz="2000" dirty="0"/>
              <a:t> among the locations shown.</a:t>
            </a:r>
          </a:p>
        </p:txBody>
      </p:sp>
    </p:spTree>
    <p:extLst>
      <p:ext uri="{BB962C8B-B14F-4D97-AF65-F5344CB8AC3E}">
        <p14:creationId xmlns:p14="http://schemas.microsoft.com/office/powerpoint/2010/main" val="1069679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677F24-B29F-1056-DA8E-20DDE2D44C4E}"/>
              </a:ext>
            </a:extLst>
          </p:cNvPr>
          <p:cNvSpPr txBox="1"/>
          <p:nvPr/>
        </p:nvSpPr>
        <p:spPr>
          <a:xfrm>
            <a:off x="1600648" y="395784"/>
            <a:ext cx="8990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 PARKING VOLUME BY PAYMENT METHOD:</a:t>
            </a:r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43DCDE-1F86-DC0C-AAB7-1DA5DE670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143" y="1089659"/>
            <a:ext cx="5307497" cy="24022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0C8F4A-A449-D6ED-BE84-4C21485678A1}"/>
              </a:ext>
            </a:extLst>
          </p:cNvPr>
          <p:cNvSpPr txBox="1"/>
          <p:nvPr/>
        </p:nvSpPr>
        <p:spPr>
          <a:xfrm>
            <a:off x="303903" y="3662564"/>
            <a:ext cx="11744662" cy="245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UPI has the highest parking volume at </a:t>
            </a:r>
            <a:r>
              <a:rPr lang="en-IN" sz="2000" b="1" dirty="0"/>
              <a:t>4.76M (40.52%)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Card payments contribute </a:t>
            </a:r>
            <a:r>
              <a:rPr lang="en-IN" sz="2000" b="1" dirty="0"/>
              <a:t>3.54M (30.14%)</a:t>
            </a:r>
            <a:r>
              <a:rPr lang="en-IN" sz="2000" dirty="0"/>
              <a:t>, followed by Mobile App at </a:t>
            </a:r>
            <a:r>
              <a:rPr lang="en-IN" sz="2000" b="1" dirty="0"/>
              <a:t>1.95M (16.58%)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Cash has the lowest volume at </a:t>
            </a:r>
            <a:r>
              <a:rPr lang="en-IN" sz="2000" b="1" dirty="0"/>
              <a:t>1.5M (12.75%)</a:t>
            </a:r>
            <a:r>
              <a:rPr lang="en-IN" sz="2000" dirty="0"/>
              <a:t>, showing a strong preference for digital payments.</a:t>
            </a:r>
          </a:p>
        </p:txBody>
      </p:sp>
    </p:spTree>
    <p:extLst>
      <p:ext uri="{BB962C8B-B14F-4D97-AF65-F5344CB8AC3E}">
        <p14:creationId xmlns:p14="http://schemas.microsoft.com/office/powerpoint/2010/main" val="1851379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ACF5C6-74B2-A3FF-AB40-DFA144C64277}"/>
              </a:ext>
            </a:extLst>
          </p:cNvPr>
          <p:cNvSpPr txBox="1"/>
          <p:nvPr/>
        </p:nvSpPr>
        <p:spPr>
          <a:xfrm>
            <a:off x="304800" y="335280"/>
            <a:ext cx="43789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VEHICLE ANALYSIS KPI’S: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8AE24-71B2-868A-9759-E42DCDEF4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47" y="1054142"/>
            <a:ext cx="3233577" cy="12961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AB1437-259E-71E0-21F6-6427FD847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558" y="1054142"/>
            <a:ext cx="3267368" cy="11970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FCD4DF-CAF6-32A0-D3F0-9BAC7465E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18" y="3351200"/>
            <a:ext cx="3280906" cy="129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B8BA97-F9FC-17D1-CD6E-3468BD4645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160" y="3351200"/>
            <a:ext cx="3534165" cy="13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541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2B00A8-E8AF-5E7A-870A-F51ADE16F543}"/>
              </a:ext>
            </a:extLst>
          </p:cNvPr>
          <p:cNvSpPr txBox="1"/>
          <p:nvPr/>
        </p:nvSpPr>
        <p:spPr>
          <a:xfrm>
            <a:off x="3455523" y="341688"/>
            <a:ext cx="5811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HIGH REVENUE VEHICLE: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71026A-C4A6-CFA7-0321-91ECB5066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091" y="990149"/>
            <a:ext cx="5280954" cy="22365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B8A4C3-DC70-32CC-96E2-ADC1D575B28A}"/>
              </a:ext>
            </a:extLst>
          </p:cNvPr>
          <p:cNvSpPr txBox="1"/>
          <p:nvPr/>
        </p:nvSpPr>
        <p:spPr>
          <a:xfrm>
            <a:off x="648149" y="3492948"/>
            <a:ext cx="11152990" cy="307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Car generates the highest revenue at approximately </a:t>
            </a:r>
            <a:r>
              <a:rPr lang="en-IN" sz="2000" b="1" dirty="0"/>
              <a:t>3.8M</a:t>
            </a:r>
            <a:r>
              <a:rPr lang="en-IN" sz="2000" dirty="0"/>
              <a:t>, closely followed by EV at </a:t>
            </a:r>
            <a:r>
              <a:rPr lang="en-IN" sz="2000" b="1" dirty="0"/>
              <a:t>3.75M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SUV and Bike generate around </a:t>
            </a:r>
            <a:r>
              <a:rPr lang="en-IN" sz="2000" b="1" dirty="0"/>
              <a:t>1.8M</a:t>
            </a:r>
            <a:r>
              <a:rPr lang="en-IN" sz="2000" dirty="0"/>
              <a:t> and </a:t>
            </a:r>
            <a:r>
              <a:rPr lang="en-IN" sz="2000" b="1" dirty="0"/>
              <a:t>1.6M</a:t>
            </a:r>
            <a:r>
              <a:rPr lang="en-IN" sz="2000" dirty="0"/>
              <a:t> respectively.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Van has the lowest revenue at approximately </a:t>
            </a:r>
            <a:r>
              <a:rPr lang="en-IN" sz="2000" b="1" dirty="0"/>
              <a:t>0.7M</a:t>
            </a:r>
            <a:r>
              <a:rPr lang="en-IN" sz="2000" dirty="0"/>
              <a:t>, showing lower contribution compared with other vehicle types.</a:t>
            </a:r>
          </a:p>
        </p:txBody>
      </p:sp>
    </p:spTree>
    <p:extLst>
      <p:ext uri="{BB962C8B-B14F-4D97-AF65-F5344CB8AC3E}">
        <p14:creationId xmlns:p14="http://schemas.microsoft.com/office/powerpoint/2010/main" val="1151659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86D42A-0A9E-5BB6-4440-FC5B843F7425}"/>
              </a:ext>
            </a:extLst>
          </p:cNvPr>
          <p:cNvSpPr txBox="1"/>
          <p:nvPr/>
        </p:nvSpPr>
        <p:spPr>
          <a:xfrm>
            <a:off x="1713603" y="329771"/>
            <a:ext cx="87647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PARKING DURATION BETWEEN VEHICLE: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CE680B-39C0-528B-B2C0-69E7C3189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451" y="905275"/>
            <a:ext cx="5372394" cy="25237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EBDFC8-AE21-1574-661B-C0C23E0BAE16}"/>
              </a:ext>
            </a:extLst>
          </p:cNvPr>
          <p:cNvSpPr txBox="1"/>
          <p:nvPr/>
        </p:nvSpPr>
        <p:spPr>
          <a:xfrm>
            <a:off x="551330" y="3630291"/>
            <a:ext cx="9927066" cy="1841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92513" algn="l"/>
              </a:tabLst>
            </a:pPr>
            <a:r>
              <a:rPr lang="en-IN" sz="2000" dirty="0"/>
              <a:t>SUVs have the </a:t>
            </a:r>
            <a:r>
              <a:rPr lang="en-IN" sz="2000" b="1" dirty="0"/>
              <a:t>longest parking duration</a:t>
            </a:r>
            <a:r>
              <a:rPr lang="en-IN" sz="2000" dirty="0"/>
              <a:t>, at around </a:t>
            </a:r>
            <a:r>
              <a:rPr lang="en-IN" sz="2000" b="1" dirty="0"/>
              <a:t>5.4 minutes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92513" algn="l"/>
              </a:tabLst>
            </a:pPr>
            <a:r>
              <a:rPr lang="en-IN" sz="2000" dirty="0"/>
              <a:t>Parking duration gradually decreases through Van, Bike, and Car.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92513" algn="l"/>
              </a:tabLst>
            </a:pPr>
            <a:r>
              <a:rPr lang="en-IN" sz="2000" b="1" dirty="0"/>
              <a:t>EVs have the shortest parking duration</a:t>
            </a:r>
            <a:r>
              <a:rPr lang="en-IN" sz="2000" dirty="0"/>
              <a:t>, at approximately </a:t>
            </a:r>
            <a:r>
              <a:rPr lang="en-IN" sz="2000" b="1" dirty="0"/>
              <a:t>4.7 minutes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83697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5E1EEE-5B3A-8BDE-F8D5-035638E0EF5F}"/>
              </a:ext>
            </a:extLst>
          </p:cNvPr>
          <p:cNvSpPr txBox="1"/>
          <p:nvPr/>
        </p:nvSpPr>
        <p:spPr>
          <a:xfrm>
            <a:off x="3224903" y="93830"/>
            <a:ext cx="54672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COMMON VEHICLE IN ZONE 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34600-9C69-4B79-186E-DB000A2216BE}"/>
              </a:ext>
            </a:extLst>
          </p:cNvPr>
          <p:cNvSpPr txBox="1"/>
          <p:nvPr/>
        </p:nvSpPr>
        <p:spPr>
          <a:xfrm>
            <a:off x="551330" y="3511957"/>
            <a:ext cx="10066468" cy="245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IT Corridor has the </a:t>
            </a:r>
            <a:r>
              <a:rPr lang="en-IN" sz="2000" b="1" dirty="0"/>
              <a:t>highest parking lot count</a:t>
            </a:r>
            <a:r>
              <a:rPr lang="en-IN" sz="2000" dirty="0"/>
              <a:t>, at approximately </a:t>
            </a:r>
            <a:r>
              <a:rPr lang="en-IN" sz="2000" b="1" dirty="0"/>
              <a:t>42K</a:t>
            </a:r>
            <a:r>
              <a:rPr lang="en-IN" sz="2000" dirty="0"/>
              <a:t>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North Zone and Downtown follow with around </a:t>
            </a:r>
            <a:r>
              <a:rPr lang="en-IN" sz="2000" b="1" dirty="0"/>
              <a:t>37K</a:t>
            </a:r>
            <a:r>
              <a:rPr lang="en-IN" sz="2000" dirty="0"/>
              <a:t> and </a:t>
            </a:r>
            <a:r>
              <a:rPr lang="en-IN" sz="2000" b="1" dirty="0"/>
              <a:t>32K</a:t>
            </a:r>
            <a:r>
              <a:rPr lang="en-IN" sz="2000" dirty="0"/>
              <a:t> respectively.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West Zone has the </a:t>
            </a:r>
            <a:r>
              <a:rPr lang="en-IN" sz="2000" b="1" dirty="0"/>
              <a:t>lowest count</a:t>
            </a:r>
            <a:r>
              <a:rPr lang="en-IN" sz="2000" dirty="0"/>
              <a:t>, at approximately </a:t>
            </a:r>
            <a:r>
              <a:rPr lang="en-IN" sz="2000" b="1" dirty="0"/>
              <a:t>6K</a:t>
            </a:r>
            <a:r>
              <a:rPr lang="en-IN" sz="2000" dirty="0"/>
              <a:t>, among the zones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99010-E974-D145-5740-BA30D4C50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763" y="740626"/>
            <a:ext cx="6662055" cy="2884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450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0242D-E68B-0201-8E1D-0FA445A844AD}"/>
              </a:ext>
            </a:extLst>
          </p:cNvPr>
          <p:cNvSpPr txBox="1"/>
          <p:nvPr/>
        </p:nvSpPr>
        <p:spPr>
          <a:xfrm>
            <a:off x="3402106" y="244000"/>
            <a:ext cx="60942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PARKING AVALABILITY: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8AFB93-46AD-899A-7156-DE9D5A3B8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230" y="961036"/>
            <a:ext cx="5593551" cy="25857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549127-54E2-A632-8261-3B2799AEC43D}"/>
              </a:ext>
            </a:extLst>
          </p:cNvPr>
          <p:cNvSpPr txBox="1"/>
          <p:nvPr/>
        </p:nvSpPr>
        <p:spPr>
          <a:xfrm>
            <a:off x="874059" y="3740573"/>
            <a:ext cx="10980867" cy="222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Parking availability is fairly consistent across all zones, with around </a:t>
            </a:r>
            <a:r>
              <a:rPr lang="en-IN" b="1" dirty="0"/>
              <a:t>1,400 occupied spaces</a:t>
            </a:r>
            <a:r>
              <a:rPr lang="en-IN" dirty="0"/>
              <a:t> in each.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</a:t>
            </a:r>
            <a:r>
              <a:rPr lang="en-IN" b="1" dirty="0"/>
              <a:t>Airport Zone, Central Zone, and Downtown</a:t>
            </a:r>
            <a:r>
              <a:rPr lang="en-IN" dirty="0"/>
              <a:t> show similar availability levels.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Overall, the chart indicates a </a:t>
            </a:r>
            <a:r>
              <a:rPr lang="en-IN" b="1" dirty="0"/>
              <a:t>stable and evenly distributed parking capacity</a:t>
            </a:r>
            <a:r>
              <a:rPr lang="en-IN" dirty="0"/>
              <a:t> across zones.</a:t>
            </a:r>
          </a:p>
        </p:txBody>
      </p:sp>
    </p:spTree>
    <p:extLst>
      <p:ext uri="{BB962C8B-B14F-4D97-AF65-F5344CB8AC3E}">
        <p14:creationId xmlns:p14="http://schemas.microsoft.com/office/powerpoint/2010/main" val="3631836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D72646-ECDD-2DE3-D377-DDF1E7DDF351}"/>
              </a:ext>
            </a:extLst>
          </p:cNvPr>
          <p:cNvSpPr txBox="1"/>
          <p:nvPr/>
        </p:nvSpPr>
        <p:spPr>
          <a:xfrm>
            <a:off x="2638313" y="480668"/>
            <a:ext cx="60942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PARKING BASED ON WEATHER: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B8103-4E59-96D8-C126-7E14279F1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1193" y="1008226"/>
            <a:ext cx="5042647" cy="29544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0C9718-7427-6BBB-10C0-E09F464B51D6}"/>
              </a:ext>
            </a:extLst>
          </p:cNvPr>
          <p:cNvSpPr txBox="1"/>
          <p:nvPr/>
        </p:nvSpPr>
        <p:spPr>
          <a:xfrm>
            <a:off x="247426" y="4087906"/>
            <a:ext cx="11715078" cy="245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Parking activity is </a:t>
            </a:r>
            <a:r>
              <a:rPr lang="en-IN" sz="2000" b="1" dirty="0"/>
              <a:t>highest during Sunny weather</a:t>
            </a:r>
            <a:r>
              <a:rPr lang="en-IN" sz="2000" dirty="0"/>
              <a:t>, indicating greater parking demand.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Cloudy and Rainy</a:t>
            </a:r>
            <a:r>
              <a:rPr lang="en-IN" sz="2000" dirty="0"/>
              <a:t> conditions show moderate parking activity.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Hot weather</a:t>
            </a:r>
            <a:r>
              <a:rPr lang="en-IN" sz="2000" dirty="0"/>
              <a:t> also has significant parking usage, while the blank category contributes very little.</a:t>
            </a:r>
          </a:p>
        </p:txBody>
      </p:sp>
    </p:spTree>
    <p:extLst>
      <p:ext uri="{BB962C8B-B14F-4D97-AF65-F5344CB8AC3E}">
        <p14:creationId xmlns:p14="http://schemas.microsoft.com/office/powerpoint/2010/main" val="1641356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DF856A-A2DC-31AD-DB03-D80A98BD44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310" y="1047318"/>
            <a:ext cx="9294608" cy="522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6497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128</TotalTime>
  <Words>966</Words>
  <Application>Microsoft Office PowerPoint</Application>
  <PresentationFormat>Widescreen</PresentationFormat>
  <Paragraphs>89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Algerian</vt:lpstr>
      <vt:lpstr>Arial</vt:lpstr>
      <vt:lpstr>Century Gothic</vt:lpstr>
      <vt:lpstr>Wingdings</vt:lpstr>
      <vt:lpstr>Wingdings 3</vt:lpstr>
      <vt:lpstr>Ion</vt:lpstr>
      <vt:lpstr>Urban Parking Analytics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Kamalesh B</dc:creator>
  <cp:lastModifiedBy>Kamalesh B</cp:lastModifiedBy>
  <cp:revision>2</cp:revision>
  <dcterms:created xsi:type="dcterms:W3CDTF">2026-09-20T14:48:33Z</dcterms:created>
  <dcterms:modified xsi:type="dcterms:W3CDTF">2026-09-26T04:48:09Z</dcterms:modified>
</cp:coreProperties>
</file>